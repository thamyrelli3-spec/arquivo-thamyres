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5400" cx="324040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7" roundtripDataSignature="AMtx7miPT/1dPc4+CinvsbnrEvB0ENvj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8" orient="horz"/>
        <p:guide pos="1020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143125" y="685800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c4b9edaebb761c2_0_0:notes"/>
          <p:cNvSpPr/>
          <p:nvPr>
            <p:ph idx="2" type="sldImg"/>
          </p:nvPr>
        </p:nvSpPr>
        <p:spPr>
          <a:xfrm>
            <a:off x="2143125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3c4b9edaebb761c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h3c4b9edaebb761c2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447925" y="21043900"/>
            <a:ext cx="27120850" cy="3060700"/>
          </a:xfrm>
          <a:custGeom>
            <a:rect b="b" l="l" r="r" t="t"/>
            <a:pathLst>
              <a:path extrusionOk="0" h="479" w="4128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4980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4"/>
          <p:cNvSpPr txBox="1"/>
          <p:nvPr>
            <p:ph type="ctrTitle"/>
          </p:nvPr>
        </p:nvSpPr>
        <p:spPr>
          <a:xfrm>
            <a:off x="2430463" y="14401800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4860925" y="24482425"/>
            <a:ext cx="22682200" cy="110426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SzPts val="15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>
                <a:solidFill>
                  <a:srgbClr val="5789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>
                <a:solidFill>
                  <a:srgbClr val="57896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2430463" y="2879725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2430463" y="12480925"/>
            <a:ext cx="27543125" cy="259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2559050" y="27763788"/>
            <a:ext cx="27544713" cy="858043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2559050" y="18311813"/>
            <a:ext cx="27544713" cy="9451975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430463" y="2879725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430463" y="12480925"/>
            <a:ext cx="13695362" cy="259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048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●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16278225" y="12480925"/>
            <a:ext cx="13695363" cy="259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048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●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1620838" y="13701713"/>
            <a:ext cx="14316075" cy="2489358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2921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●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16460788" y="13701713"/>
            <a:ext cx="14322425" cy="2489358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2921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●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430463" y="2879725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2669838" y="1720850"/>
            <a:ext cx="18113375" cy="368744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3175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1620838" y="9040813"/>
            <a:ext cx="10660062" cy="295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351588" y="30243463"/>
            <a:ext cx="19442112" cy="3570287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6351588" y="3860800"/>
            <a:ext cx="19442112" cy="25922288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6351588" y="33813750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2430463" y="2879725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240088" y="11671300"/>
            <a:ext cx="25923875" cy="275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8768557" y="17199769"/>
            <a:ext cx="35525075" cy="6884988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-5079206" y="10389394"/>
            <a:ext cx="35525075" cy="2050573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1pPr>
            <a:lvl2pPr indent="-28575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E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430463" y="2879725"/>
            <a:ext cx="2754312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75" spcFirstLastPara="1" rIns="431975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430463" y="12480925"/>
            <a:ext cx="27543125" cy="259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-1181100" lvl="0" marL="45720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Arial"/>
              <a:buChar char="●"/>
              <a:defRPr b="0" i="0" sz="15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477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Arial"/>
              <a:buChar char="●"/>
              <a:defRPr b="0" i="0" sz="1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939800" lvl="2" marL="1371600" marR="0" rtl="0" algn="l">
              <a:lnSpc>
                <a:spcPct val="1000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11200"/>
              <a:buFont typeface="Times New Roman"/>
              <a:buChar char="•"/>
              <a:defRPr b="0" i="0" sz="1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–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»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»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»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»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Times New Roman"/>
              <a:buChar char="»"/>
              <a:defRPr b="0" i="0" sz="9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2430463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1071225" y="39365238"/>
            <a:ext cx="1026160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3223538" y="39365238"/>
            <a:ext cx="6750050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3c4b9edaebb761c2_0_0"/>
          <p:cNvSpPr txBox="1"/>
          <p:nvPr/>
        </p:nvSpPr>
        <p:spPr>
          <a:xfrm>
            <a:off x="754332" y="6000629"/>
            <a:ext cx="32188200" cy="15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pt-BR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Autores*: XXXXXX, XXXXX, XXXX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0" i="0" lang="pt-BR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Orientadores**: XXXXXX, XXXXXX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3c4b9edaebb761c2_0_0"/>
          <p:cNvSpPr txBox="1"/>
          <p:nvPr/>
        </p:nvSpPr>
        <p:spPr>
          <a:xfrm>
            <a:off x="434209" y="39964740"/>
            <a:ext cx="309960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r>
              <a:rPr b="1" i="0" lang="pt-B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FERRAZ, S. R. et al. Artroscopia da Articulação temporomandibular: revisão de literatura. Revista do CROMG, Belo Horizonte, v. 17, n. 2, p. 8-15,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FRACAROLI, N. Diagnóstico e modalidades terapêuticas das disfunções temporomandibulares. Sorocaba, 40 folhas, Curso de Odontologia - Universidade Paulista, 2018.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GROSS, D. J. et al., Discopexia bilateral em paciente edêntula com dor orofacial. Rev. cir. traumatol. buco-maxilo-fac, v. 19, n. 1, p. 41-44, 2019.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HUPP, J.R et al. Cirurgia Oral e Maxilofacial Contemporânea. 6 ed. Rio de Janeiro: Elsevier Editora Ltda, 2015.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OKESON JP. Tratamento das Desordens Temporomandibulares e Oclusão. 7ª. Ed – Elsevier. </a:t>
            </a:r>
            <a:b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SASSI, F. C.; ANDRADE, C. R. F. Tratamento para disfunções temporomandibulares: uma revisão sistemática. Rev Audiology - communication research, São Paulo, v. 23, n. 0, p. 1871, 2018.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*Nome do aluno, Campus Marquês - São Paulo.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**Nome do orientador UNIP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Palavras-chave</a:t>
            </a:r>
            <a:r>
              <a:rPr b="1" i="0" lang="pt-B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h3c4b9edaebb761c2_0_0"/>
          <p:cNvSpPr txBox="1"/>
          <p:nvPr/>
        </p:nvSpPr>
        <p:spPr>
          <a:xfrm>
            <a:off x="6551058" y="244434"/>
            <a:ext cx="20594700" cy="36159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0000"/>
            </a:outerShdw>
          </a:effectLst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0"/>
              <a:buFont typeface="Arial"/>
              <a:buNone/>
            </a:pPr>
            <a:r>
              <a:rPr b="1" i="0" lang="pt-BR" sz="79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73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Universidade Paulista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pt-BR" sz="73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Faculdade de Odontologia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b="1" i="0" lang="pt-BR" sz="73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Campus Marquês</a:t>
            </a:r>
            <a:endParaRPr b="1" i="0" sz="89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3c4b9edaebb761c2_0_0"/>
          <p:cNvSpPr txBox="1"/>
          <p:nvPr/>
        </p:nvSpPr>
        <p:spPr>
          <a:xfrm>
            <a:off x="717615" y="8598900"/>
            <a:ext cx="309642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Introdução/ Revisão de Literatura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XXXXXXXXXXXXXXXXXXXXXXXXXXXXXXXXXXXXXXXXXXXX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3c4b9edaebb761c2_0_0"/>
          <p:cNvSpPr txBox="1"/>
          <p:nvPr/>
        </p:nvSpPr>
        <p:spPr>
          <a:xfrm>
            <a:off x="754332" y="14837664"/>
            <a:ext cx="31016700" cy="2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e Métodos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XXXXXXXXXXXXXXXXXXXXXXXXXXXXXXXXXXXXXXXXXXXX</a:t>
            </a:r>
            <a:r>
              <a:rPr b="0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h3c4b9edaebb761c2_0_0"/>
          <p:cNvSpPr txBox="1"/>
          <p:nvPr/>
        </p:nvSpPr>
        <p:spPr>
          <a:xfrm>
            <a:off x="3890593" y="4475802"/>
            <a:ext cx="25202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pt-BR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h3c4b9edaebb761c2_0_0"/>
          <p:cNvSpPr txBox="1"/>
          <p:nvPr/>
        </p:nvSpPr>
        <p:spPr>
          <a:xfrm>
            <a:off x="754332" y="24366539"/>
            <a:ext cx="315357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XXXXXXXXXXXXXXXXXXXXXXXXXXXXXXXXXXXXXXXXXXX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h3c4b9edaebb761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24776" y="466850"/>
            <a:ext cx="5005376" cy="50053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h3c4b9edaebb761c2_0_0"/>
          <p:cNvSpPr txBox="1"/>
          <p:nvPr/>
        </p:nvSpPr>
        <p:spPr>
          <a:xfrm>
            <a:off x="715610" y="34661160"/>
            <a:ext cx="315357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75600" lIns="151200" spcFirstLastPara="1" rIns="151200" wrap="square" tIns="756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XXXXXXXXXXXXXXXXXXXXXXXXXXXXXXXXXXXXXXXXXXX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h3c4b9edaebb761c2_0_0" title="logo_jcam_fundo_transparen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700" y="244425"/>
            <a:ext cx="9993301" cy="606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reno">
  <a:themeElements>
    <a:clrScheme name="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FFCCCC"/>
      </a:accent1>
      <a:accent2>
        <a:srgbClr val="B3E1B3"/>
      </a:accent2>
      <a:accent3>
        <a:srgbClr val="D1DBD1"/>
      </a:accent3>
      <a:accent4>
        <a:srgbClr val="2A2A2A"/>
      </a:accent4>
      <a:accent5>
        <a:srgbClr val="FFE2E2"/>
      </a:accent5>
      <a:accent6>
        <a:srgbClr val="A2CCA2"/>
      </a:accent6>
      <a:hlink>
        <a:srgbClr val="BDD7E5"/>
      </a:hlink>
      <a:folHlink>
        <a:srgbClr val="D2AA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2001-04-12T15:26:35Z</dcterms:created>
  <dc:creator>UNIP</dc:creator>
</cp:coreProperties>
</file>