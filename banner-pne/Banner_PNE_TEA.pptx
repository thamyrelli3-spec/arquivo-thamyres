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43205400" cx="324040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608">
          <p15:clr>
            <a:srgbClr val="A4A3A4"/>
          </p15:clr>
        </p15:guide>
        <p15:guide id="2" pos="10206">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7" roundtripDataSignature="AMtx7miPT/1dPc4+CinvsbnrEvB0ENv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608" orient="horz"/>
        <p:guide pos="10206"/>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pt-BR"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3c4b9edaebb761c2_0_0:notes"/>
          <p:cNvSpPr/>
          <p:nvPr>
            <p:ph idx="2" type="sldImg"/>
          </p:nvPr>
        </p:nvSpPr>
        <p:spPr>
          <a:xfrm>
            <a:off x="2143125"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3c4b9edaebb761c2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8" name="Google Shape;88;h3c4b9edaebb761c2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15" name="Shape 15"/>
        <p:cNvGrpSpPr/>
        <p:nvPr/>
      </p:nvGrpSpPr>
      <p:grpSpPr>
        <a:xfrm>
          <a:off x="0" y="0"/>
          <a:ext cx="0" cy="0"/>
          <a:chOff x="0" y="0"/>
          <a:chExt cx="0" cy="0"/>
        </a:xfrm>
      </p:grpSpPr>
      <p:sp>
        <p:nvSpPr>
          <p:cNvPr id="16" name="Google Shape;16;p3"/>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9" name="Shape 19"/>
        <p:cNvGrpSpPr/>
        <p:nvPr/>
      </p:nvGrpSpPr>
      <p:grpSpPr>
        <a:xfrm>
          <a:off x="0" y="0"/>
          <a:ext cx="0" cy="0"/>
          <a:chOff x="0" y="0"/>
          <a:chExt cx="0" cy="0"/>
        </a:xfrm>
      </p:grpSpPr>
      <p:sp>
        <p:nvSpPr>
          <p:cNvPr id="20" name="Google Shape;20;p4"/>
          <p:cNvSpPr/>
          <p:nvPr/>
        </p:nvSpPr>
        <p:spPr>
          <a:xfrm>
            <a:off x="2447925" y="21043900"/>
            <a:ext cx="27120850" cy="3060700"/>
          </a:xfrm>
          <a:custGeom>
            <a:rect b="b" l="l" r="r" t="t"/>
            <a:pathLst>
              <a:path extrusionOk="0" h="479" w="4128">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Times New Roman"/>
              <a:ea typeface="Times New Roman"/>
              <a:cs typeface="Times New Roman"/>
              <a:sym typeface="Times New Roman"/>
            </a:endParaRPr>
          </a:p>
        </p:txBody>
      </p:sp>
      <p:sp>
        <p:nvSpPr>
          <p:cNvPr id="21" name="Google Shape;21;p4"/>
          <p:cNvSpPr txBox="1"/>
          <p:nvPr>
            <p:ph type="ctrTitle"/>
          </p:nvPr>
        </p:nvSpPr>
        <p:spPr>
          <a:xfrm>
            <a:off x="2430463" y="14401800"/>
            <a:ext cx="27543125" cy="7200900"/>
          </a:xfrm>
          <a:prstGeom prst="rect">
            <a:avLst/>
          </a:prstGeom>
          <a:noFill/>
          <a:ln>
            <a:noFill/>
          </a:ln>
        </p:spPr>
        <p:txBody>
          <a:bodyPr anchorCtr="0" anchor="b" bIns="215975" lIns="431975" spcFirstLastPara="1" rIns="431975" wrap="square" tIns="2159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 type="subTitle"/>
          </p:nvPr>
        </p:nvSpPr>
        <p:spPr>
          <a:xfrm>
            <a:off x="4860925" y="24482425"/>
            <a:ext cx="22682200" cy="11042650"/>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000"/>
              </a:spcBef>
              <a:spcAft>
                <a:spcPts val="0"/>
              </a:spcAft>
              <a:buSzPts val="15000"/>
              <a:buFont typeface="Arial"/>
              <a:buNone/>
              <a:defRPr/>
            </a:lvl1pPr>
            <a:lvl2pPr lvl="1" algn="l">
              <a:lnSpc>
                <a:spcPct val="100000"/>
              </a:lnSpc>
              <a:spcBef>
                <a:spcPts val="360"/>
              </a:spcBef>
              <a:spcAft>
                <a:spcPts val="0"/>
              </a:spcAft>
              <a:buSzPts val="900"/>
              <a:buChar char="●"/>
              <a:defRPr/>
            </a:lvl2pPr>
            <a:lvl3pPr lvl="2" algn="l">
              <a:lnSpc>
                <a:spcPct val="100000"/>
              </a:lnSpc>
              <a:spcBef>
                <a:spcPts val="360"/>
              </a:spcBef>
              <a:spcAft>
                <a:spcPts val="0"/>
              </a:spcAft>
              <a:buClr>
                <a:schemeClr val="dk1"/>
              </a:buClr>
              <a:buSzPts val="1800"/>
              <a:buChar char="•"/>
              <a:defRPr/>
            </a:lvl3pPr>
            <a:lvl4pPr lvl="3" algn="l">
              <a:lnSpc>
                <a:spcPct val="100000"/>
              </a:lnSpc>
              <a:spcBef>
                <a:spcPts val="360"/>
              </a:spcBef>
              <a:spcAft>
                <a:spcPts val="0"/>
              </a:spcAft>
              <a:buClr>
                <a:schemeClr val="dk1"/>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p:txBody>
      </p:sp>
      <p:sp>
        <p:nvSpPr>
          <p:cNvPr id="23" name="Google Shape;23;p4"/>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3300"/>
              </a:spcBef>
              <a:spcAft>
                <a:spcPts val="0"/>
              </a:spcAft>
              <a:buSzPts val="1400"/>
              <a:buNone/>
              <a:defRPr>
                <a:solidFill>
                  <a:srgbClr val="57896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300"/>
              </a:spcBef>
              <a:spcAft>
                <a:spcPts val="0"/>
              </a:spcAft>
              <a:buSzPts val="1400"/>
              <a:buNone/>
              <a:defRPr>
                <a:solidFill>
                  <a:srgbClr val="57896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578963"/>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578963"/>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578963"/>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578963"/>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578963"/>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578963"/>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578963"/>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578963"/>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57896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2430463" y="2879725"/>
            <a:ext cx="27543125" cy="7200900"/>
          </a:xfrm>
          <a:prstGeom prst="rect">
            <a:avLst/>
          </a:prstGeom>
          <a:noFill/>
          <a:ln>
            <a:noFill/>
          </a:ln>
        </p:spPr>
        <p:txBody>
          <a:bodyPr anchorCtr="0" anchor="b" bIns="215975" lIns="431975" spcFirstLastPara="1" rIns="431975" wrap="square" tIns="2159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 type="body"/>
          </p:nvPr>
        </p:nvSpPr>
        <p:spPr>
          <a:xfrm>
            <a:off x="2430463" y="12480925"/>
            <a:ext cx="27543125" cy="25923875"/>
          </a:xfrm>
          <a:prstGeom prst="rect">
            <a:avLst/>
          </a:prstGeom>
          <a:noFill/>
          <a:ln>
            <a:noFill/>
          </a:ln>
        </p:spPr>
        <p:txBody>
          <a:bodyPr anchorCtr="0" anchor="t" bIns="215975" lIns="431975" spcFirstLastPara="1" rIns="431975" wrap="square" tIns="215975">
            <a:noAutofit/>
          </a:bodyPr>
          <a:lstStyle>
            <a:lvl1pPr indent="-342900" lvl="0" marL="457200" algn="l">
              <a:lnSpc>
                <a:spcPct val="100000"/>
              </a:lnSpc>
              <a:spcBef>
                <a:spcPts val="360"/>
              </a:spcBef>
              <a:spcAft>
                <a:spcPts val="0"/>
              </a:spcAft>
              <a:buSzPts val="1800"/>
              <a:buChar char="●"/>
              <a:defRPr/>
            </a:lvl1pPr>
            <a:lvl2pPr indent="-285750" lvl="1" marL="914400" algn="l">
              <a:lnSpc>
                <a:spcPct val="100000"/>
              </a:lnSpc>
              <a:spcBef>
                <a:spcPts val="360"/>
              </a:spcBef>
              <a:spcAft>
                <a:spcPts val="0"/>
              </a:spcAft>
              <a:buSzPts val="9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 name="Google Shape;29;p5"/>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2559050" y="27763788"/>
            <a:ext cx="27544713" cy="8580437"/>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
          <p:cNvSpPr txBox="1"/>
          <p:nvPr>
            <p:ph idx="1" type="body"/>
          </p:nvPr>
        </p:nvSpPr>
        <p:spPr>
          <a:xfrm>
            <a:off x="2559050" y="18311813"/>
            <a:ext cx="27544713" cy="9451975"/>
          </a:xfrm>
          <a:prstGeom prst="rect">
            <a:avLst/>
          </a:prstGeom>
          <a:noFill/>
          <a:ln>
            <a:noFill/>
          </a:ln>
        </p:spPr>
        <p:txBody>
          <a:bodyPr anchorCtr="0" anchor="b" bIns="215975" lIns="431975" spcFirstLastPara="1" rIns="431975" wrap="square" tIns="215975">
            <a:noAutofit/>
          </a:bodyPr>
          <a:lstStyle>
            <a:lvl1pPr indent="-228600" lvl="0" marL="457200" algn="l">
              <a:lnSpc>
                <a:spcPct val="100000"/>
              </a:lnSpc>
              <a:spcBef>
                <a:spcPts val="400"/>
              </a:spcBef>
              <a:spcAft>
                <a:spcPts val="0"/>
              </a:spcAft>
              <a:buSzPts val="2000"/>
              <a:buNone/>
              <a:defRPr sz="2000"/>
            </a:lvl1pPr>
            <a:lvl2pPr indent="-228600" lvl="1" marL="914400" algn="l">
              <a:lnSpc>
                <a:spcPct val="100000"/>
              </a:lnSpc>
              <a:spcBef>
                <a:spcPts val="360"/>
              </a:spcBef>
              <a:spcAft>
                <a:spcPts val="0"/>
              </a:spcAft>
              <a:buSzPts val="900"/>
              <a:buNone/>
              <a:defRPr sz="1800"/>
            </a:lvl2pPr>
            <a:lvl3pPr indent="-228600" lvl="2" marL="1371600" algn="l">
              <a:lnSpc>
                <a:spcPct val="100000"/>
              </a:lnSpc>
              <a:spcBef>
                <a:spcPts val="320"/>
              </a:spcBef>
              <a:spcAft>
                <a:spcPts val="0"/>
              </a:spcAft>
              <a:buClr>
                <a:schemeClr val="dk1"/>
              </a:buClr>
              <a:buSzPts val="1600"/>
              <a:buFont typeface="Times New Roman"/>
              <a:buNone/>
              <a:defRPr sz="1600"/>
            </a:lvl3pPr>
            <a:lvl4pPr indent="-228600" lvl="3" marL="1828800" algn="l">
              <a:lnSpc>
                <a:spcPct val="100000"/>
              </a:lnSpc>
              <a:spcBef>
                <a:spcPts val="280"/>
              </a:spcBef>
              <a:spcAft>
                <a:spcPts val="0"/>
              </a:spcAft>
              <a:buClr>
                <a:schemeClr val="dk1"/>
              </a:buClr>
              <a:buSzPts val="1400"/>
              <a:buFont typeface="Times New Roman"/>
              <a:buNone/>
              <a:defRPr sz="1400"/>
            </a:lvl4pPr>
            <a:lvl5pPr indent="-228600" lvl="4" marL="2286000" algn="l">
              <a:lnSpc>
                <a:spcPct val="100000"/>
              </a:lnSpc>
              <a:spcBef>
                <a:spcPts val="280"/>
              </a:spcBef>
              <a:spcAft>
                <a:spcPts val="0"/>
              </a:spcAft>
              <a:buClr>
                <a:schemeClr val="dk1"/>
              </a:buClr>
              <a:buSzPts val="1400"/>
              <a:buFont typeface="Times New Roman"/>
              <a:buNone/>
              <a:defRPr sz="1400"/>
            </a:lvl5pPr>
            <a:lvl6pPr indent="-228600" lvl="5" marL="2743200" algn="l">
              <a:lnSpc>
                <a:spcPct val="100000"/>
              </a:lnSpc>
              <a:spcBef>
                <a:spcPts val="280"/>
              </a:spcBef>
              <a:spcAft>
                <a:spcPts val="0"/>
              </a:spcAft>
              <a:buClr>
                <a:schemeClr val="dk1"/>
              </a:buClr>
              <a:buSzPts val="1400"/>
              <a:buFont typeface="Times New Roman"/>
              <a:buNone/>
              <a:defRPr sz="1400"/>
            </a:lvl6pPr>
            <a:lvl7pPr indent="-228600" lvl="6" marL="3200400" algn="l">
              <a:lnSpc>
                <a:spcPct val="100000"/>
              </a:lnSpc>
              <a:spcBef>
                <a:spcPts val="280"/>
              </a:spcBef>
              <a:spcAft>
                <a:spcPts val="0"/>
              </a:spcAft>
              <a:buClr>
                <a:schemeClr val="dk1"/>
              </a:buClr>
              <a:buSzPts val="1400"/>
              <a:buFont typeface="Times New Roman"/>
              <a:buNone/>
              <a:defRPr sz="1400"/>
            </a:lvl7pPr>
            <a:lvl8pPr indent="-228600" lvl="7" marL="3657600" algn="l">
              <a:lnSpc>
                <a:spcPct val="100000"/>
              </a:lnSpc>
              <a:spcBef>
                <a:spcPts val="280"/>
              </a:spcBef>
              <a:spcAft>
                <a:spcPts val="0"/>
              </a:spcAft>
              <a:buClr>
                <a:schemeClr val="dk1"/>
              </a:buClr>
              <a:buSzPts val="1400"/>
              <a:buFont typeface="Times New Roman"/>
              <a:buNone/>
              <a:defRPr sz="1400"/>
            </a:lvl8pPr>
            <a:lvl9pPr indent="-228600" lvl="8" marL="4114800" algn="l">
              <a:lnSpc>
                <a:spcPct val="100000"/>
              </a:lnSpc>
              <a:spcBef>
                <a:spcPts val="280"/>
              </a:spcBef>
              <a:spcAft>
                <a:spcPts val="0"/>
              </a:spcAft>
              <a:buClr>
                <a:schemeClr val="dk1"/>
              </a:buClr>
              <a:buSzPts val="1400"/>
              <a:buFont typeface="Times New Roman"/>
              <a:buNone/>
              <a:defRPr sz="1400"/>
            </a:lvl9pPr>
          </a:lstStyle>
          <a:p/>
        </p:txBody>
      </p:sp>
      <p:sp>
        <p:nvSpPr>
          <p:cNvPr id="35" name="Google Shape;35;p6"/>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2430463" y="2879725"/>
            <a:ext cx="27543125" cy="7200900"/>
          </a:xfrm>
          <a:prstGeom prst="rect">
            <a:avLst/>
          </a:prstGeom>
          <a:noFill/>
          <a:ln>
            <a:noFill/>
          </a:ln>
        </p:spPr>
        <p:txBody>
          <a:bodyPr anchorCtr="0" anchor="b" bIns="215975" lIns="431975" spcFirstLastPara="1" rIns="431975" wrap="square" tIns="2159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
          <p:cNvSpPr txBox="1"/>
          <p:nvPr>
            <p:ph idx="1" type="body"/>
          </p:nvPr>
        </p:nvSpPr>
        <p:spPr>
          <a:xfrm>
            <a:off x="2430463" y="12480925"/>
            <a:ext cx="13695362" cy="25923875"/>
          </a:xfrm>
          <a:prstGeom prst="rect">
            <a:avLst/>
          </a:prstGeom>
          <a:noFill/>
          <a:ln>
            <a:noFill/>
          </a:ln>
        </p:spPr>
        <p:txBody>
          <a:bodyPr anchorCtr="0" anchor="t" bIns="215975" lIns="431975" spcFirstLastPara="1" rIns="431975" wrap="square" tIns="215975">
            <a:noAutofit/>
          </a:bodyPr>
          <a:lstStyle>
            <a:lvl1pPr indent="-406400" lvl="0" marL="457200" algn="l">
              <a:lnSpc>
                <a:spcPct val="100000"/>
              </a:lnSpc>
              <a:spcBef>
                <a:spcPts val="560"/>
              </a:spcBef>
              <a:spcAft>
                <a:spcPts val="0"/>
              </a:spcAft>
              <a:buSzPts val="2800"/>
              <a:buChar char="●"/>
              <a:defRPr sz="2800"/>
            </a:lvl1pPr>
            <a:lvl2pPr indent="-304800" lvl="1" marL="914400" algn="l">
              <a:lnSpc>
                <a:spcPct val="100000"/>
              </a:lnSpc>
              <a:spcBef>
                <a:spcPts val="480"/>
              </a:spcBef>
              <a:spcAft>
                <a:spcPts val="0"/>
              </a:spcAft>
              <a:buSzPts val="1200"/>
              <a:buChar char="●"/>
              <a:defRPr sz="2400"/>
            </a:lvl2pPr>
            <a:lvl3pPr indent="-355600" lvl="2" marL="1371600" algn="l">
              <a:lnSpc>
                <a:spcPct val="100000"/>
              </a:lnSpc>
              <a:spcBef>
                <a:spcPts val="400"/>
              </a:spcBef>
              <a:spcAft>
                <a:spcPts val="0"/>
              </a:spcAft>
              <a:buClr>
                <a:schemeClr val="dk1"/>
              </a:buClr>
              <a:buSzPts val="2000"/>
              <a:buFont typeface="Times New Roman"/>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41" name="Google Shape;41;p7"/>
          <p:cNvSpPr txBox="1"/>
          <p:nvPr>
            <p:ph idx="2" type="body"/>
          </p:nvPr>
        </p:nvSpPr>
        <p:spPr>
          <a:xfrm>
            <a:off x="16278225" y="12480925"/>
            <a:ext cx="13695363" cy="25923875"/>
          </a:xfrm>
          <a:prstGeom prst="rect">
            <a:avLst/>
          </a:prstGeom>
          <a:noFill/>
          <a:ln>
            <a:noFill/>
          </a:ln>
        </p:spPr>
        <p:txBody>
          <a:bodyPr anchorCtr="0" anchor="t" bIns="215975" lIns="431975" spcFirstLastPara="1" rIns="431975" wrap="square" tIns="215975">
            <a:noAutofit/>
          </a:bodyPr>
          <a:lstStyle>
            <a:lvl1pPr indent="-406400" lvl="0" marL="457200" algn="l">
              <a:lnSpc>
                <a:spcPct val="100000"/>
              </a:lnSpc>
              <a:spcBef>
                <a:spcPts val="560"/>
              </a:spcBef>
              <a:spcAft>
                <a:spcPts val="0"/>
              </a:spcAft>
              <a:buSzPts val="2800"/>
              <a:buChar char="●"/>
              <a:defRPr sz="2800"/>
            </a:lvl1pPr>
            <a:lvl2pPr indent="-304800" lvl="1" marL="914400" algn="l">
              <a:lnSpc>
                <a:spcPct val="100000"/>
              </a:lnSpc>
              <a:spcBef>
                <a:spcPts val="480"/>
              </a:spcBef>
              <a:spcAft>
                <a:spcPts val="0"/>
              </a:spcAft>
              <a:buSzPts val="1200"/>
              <a:buChar char="●"/>
              <a:defRPr sz="2400"/>
            </a:lvl2pPr>
            <a:lvl3pPr indent="-355600" lvl="2" marL="1371600" algn="l">
              <a:lnSpc>
                <a:spcPct val="100000"/>
              </a:lnSpc>
              <a:spcBef>
                <a:spcPts val="400"/>
              </a:spcBef>
              <a:spcAft>
                <a:spcPts val="0"/>
              </a:spcAft>
              <a:buClr>
                <a:schemeClr val="dk1"/>
              </a:buClr>
              <a:buSzPts val="2000"/>
              <a:buFont typeface="Times New Roman"/>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42" name="Google Shape;42;p7"/>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1620838" y="1730375"/>
            <a:ext cx="29162375" cy="7200900"/>
          </a:xfrm>
          <a:prstGeom prst="rect">
            <a:avLst/>
          </a:prstGeom>
          <a:noFill/>
          <a:ln>
            <a:noFill/>
          </a:ln>
        </p:spPr>
        <p:txBody>
          <a:bodyPr anchorCtr="0" anchor="b" bIns="215975" lIns="431975" spcFirstLastPara="1" rIns="431975" wrap="square" tIns="2159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 type="body"/>
          </p:nvPr>
        </p:nvSpPr>
        <p:spPr>
          <a:xfrm>
            <a:off x="1620838" y="9671050"/>
            <a:ext cx="14316075" cy="4030663"/>
          </a:xfrm>
          <a:prstGeom prst="rect">
            <a:avLst/>
          </a:prstGeom>
          <a:noFill/>
          <a:ln>
            <a:noFill/>
          </a:ln>
        </p:spPr>
        <p:txBody>
          <a:bodyPr anchorCtr="0" anchor="b" bIns="215975" lIns="431975" spcFirstLastPara="1" rIns="431975" wrap="square" tIns="215975">
            <a:noAutofit/>
          </a:bodyPr>
          <a:lstStyle>
            <a:lvl1pPr indent="-228600" lvl="0" marL="457200" algn="l">
              <a:lnSpc>
                <a:spcPct val="100000"/>
              </a:lnSpc>
              <a:spcBef>
                <a:spcPts val="480"/>
              </a:spcBef>
              <a:spcAft>
                <a:spcPts val="0"/>
              </a:spcAft>
              <a:buSzPts val="2400"/>
              <a:buNone/>
              <a:defRPr b="1" sz="2400"/>
            </a:lvl1pPr>
            <a:lvl2pPr indent="-228600" lvl="1" marL="914400" algn="l">
              <a:lnSpc>
                <a:spcPct val="100000"/>
              </a:lnSpc>
              <a:spcBef>
                <a:spcPts val="400"/>
              </a:spcBef>
              <a:spcAft>
                <a:spcPts val="0"/>
              </a:spcAft>
              <a:buSzPts val="1000"/>
              <a:buNone/>
              <a:defRPr b="1" sz="2000"/>
            </a:lvl2pPr>
            <a:lvl3pPr indent="-228600" lvl="2" marL="1371600" algn="l">
              <a:lnSpc>
                <a:spcPct val="100000"/>
              </a:lnSpc>
              <a:spcBef>
                <a:spcPts val="360"/>
              </a:spcBef>
              <a:spcAft>
                <a:spcPts val="0"/>
              </a:spcAft>
              <a:buClr>
                <a:schemeClr val="dk1"/>
              </a:buClr>
              <a:buSzPts val="1800"/>
              <a:buFont typeface="Times New Roman"/>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48" name="Google Shape;48;p8"/>
          <p:cNvSpPr txBox="1"/>
          <p:nvPr>
            <p:ph idx="2" type="body"/>
          </p:nvPr>
        </p:nvSpPr>
        <p:spPr>
          <a:xfrm>
            <a:off x="1620838" y="13701713"/>
            <a:ext cx="14316075" cy="24893587"/>
          </a:xfrm>
          <a:prstGeom prst="rect">
            <a:avLst/>
          </a:prstGeom>
          <a:noFill/>
          <a:ln>
            <a:noFill/>
          </a:ln>
        </p:spPr>
        <p:txBody>
          <a:bodyPr anchorCtr="0" anchor="t" bIns="215975" lIns="431975" spcFirstLastPara="1" rIns="431975" wrap="square" tIns="215975">
            <a:noAutofit/>
          </a:bodyPr>
          <a:lstStyle>
            <a:lvl1pPr indent="-381000" lvl="0" marL="457200" algn="l">
              <a:lnSpc>
                <a:spcPct val="100000"/>
              </a:lnSpc>
              <a:spcBef>
                <a:spcPts val="480"/>
              </a:spcBef>
              <a:spcAft>
                <a:spcPts val="0"/>
              </a:spcAft>
              <a:buSzPts val="2400"/>
              <a:buChar char="●"/>
              <a:defRPr sz="2400"/>
            </a:lvl1pPr>
            <a:lvl2pPr indent="-292100" lvl="1" marL="914400" algn="l">
              <a:lnSpc>
                <a:spcPct val="100000"/>
              </a:lnSpc>
              <a:spcBef>
                <a:spcPts val="400"/>
              </a:spcBef>
              <a:spcAft>
                <a:spcPts val="0"/>
              </a:spcAft>
              <a:buSzPts val="1000"/>
              <a:buChar char="●"/>
              <a:defRPr sz="2000"/>
            </a:lvl2pPr>
            <a:lvl3pPr indent="-342900" lvl="2" marL="1371600" algn="l">
              <a:lnSpc>
                <a:spcPct val="100000"/>
              </a:lnSpc>
              <a:spcBef>
                <a:spcPts val="360"/>
              </a:spcBef>
              <a:spcAft>
                <a:spcPts val="0"/>
              </a:spcAft>
              <a:buClr>
                <a:schemeClr val="dk1"/>
              </a:buClr>
              <a:buSzPts val="1800"/>
              <a:buFont typeface="Times New Roman"/>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49" name="Google Shape;49;p8"/>
          <p:cNvSpPr txBox="1"/>
          <p:nvPr>
            <p:ph idx="3" type="body"/>
          </p:nvPr>
        </p:nvSpPr>
        <p:spPr>
          <a:xfrm>
            <a:off x="16460788" y="9671050"/>
            <a:ext cx="14322425" cy="4030663"/>
          </a:xfrm>
          <a:prstGeom prst="rect">
            <a:avLst/>
          </a:prstGeom>
          <a:noFill/>
          <a:ln>
            <a:noFill/>
          </a:ln>
        </p:spPr>
        <p:txBody>
          <a:bodyPr anchorCtr="0" anchor="b" bIns="215975" lIns="431975" spcFirstLastPara="1" rIns="431975" wrap="square" tIns="215975">
            <a:noAutofit/>
          </a:bodyPr>
          <a:lstStyle>
            <a:lvl1pPr indent="-228600" lvl="0" marL="457200" algn="l">
              <a:lnSpc>
                <a:spcPct val="100000"/>
              </a:lnSpc>
              <a:spcBef>
                <a:spcPts val="480"/>
              </a:spcBef>
              <a:spcAft>
                <a:spcPts val="0"/>
              </a:spcAft>
              <a:buSzPts val="2400"/>
              <a:buNone/>
              <a:defRPr b="1" sz="2400"/>
            </a:lvl1pPr>
            <a:lvl2pPr indent="-228600" lvl="1" marL="914400" algn="l">
              <a:lnSpc>
                <a:spcPct val="100000"/>
              </a:lnSpc>
              <a:spcBef>
                <a:spcPts val="400"/>
              </a:spcBef>
              <a:spcAft>
                <a:spcPts val="0"/>
              </a:spcAft>
              <a:buSzPts val="1000"/>
              <a:buNone/>
              <a:defRPr b="1" sz="2000"/>
            </a:lvl2pPr>
            <a:lvl3pPr indent="-228600" lvl="2" marL="1371600" algn="l">
              <a:lnSpc>
                <a:spcPct val="100000"/>
              </a:lnSpc>
              <a:spcBef>
                <a:spcPts val="360"/>
              </a:spcBef>
              <a:spcAft>
                <a:spcPts val="0"/>
              </a:spcAft>
              <a:buClr>
                <a:schemeClr val="dk1"/>
              </a:buClr>
              <a:buSzPts val="1800"/>
              <a:buFont typeface="Times New Roman"/>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50" name="Google Shape;50;p8"/>
          <p:cNvSpPr txBox="1"/>
          <p:nvPr>
            <p:ph idx="4" type="body"/>
          </p:nvPr>
        </p:nvSpPr>
        <p:spPr>
          <a:xfrm>
            <a:off x="16460788" y="13701713"/>
            <a:ext cx="14322425" cy="24893587"/>
          </a:xfrm>
          <a:prstGeom prst="rect">
            <a:avLst/>
          </a:prstGeom>
          <a:noFill/>
          <a:ln>
            <a:noFill/>
          </a:ln>
        </p:spPr>
        <p:txBody>
          <a:bodyPr anchorCtr="0" anchor="t" bIns="215975" lIns="431975" spcFirstLastPara="1" rIns="431975" wrap="square" tIns="215975">
            <a:noAutofit/>
          </a:bodyPr>
          <a:lstStyle>
            <a:lvl1pPr indent="-381000" lvl="0" marL="457200" algn="l">
              <a:lnSpc>
                <a:spcPct val="100000"/>
              </a:lnSpc>
              <a:spcBef>
                <a:spcPts val="480"/>
              </a:spcBef>
              <a:spcAft>
                <a:spcPts val="0"/>
              </a:spcAft>
              <a:buSzPts val="2400"/>
              <a:buChar char="●"/>
              <a:defRPr sz="2400"/>
            </a:lvl1pPr>
            <a:lvl2pPr indent="-292100" lvl="1" marL="914400" algn="l">
              <a:lnSpc>
                <a:spcPct val="100000"/>
              </a:lnSpc>
              <a:spcBef>
                <a:spcPts val="400"/>
              </a:spcBef>
              <a:spcAft>
                <a:spcPts val="0"/>
              </a:spcAft>
              <a:buSzPts val="1000"/>
              <a:buChar char="●"/>
              <a:defRPr sz="2000"/>
            </a:lvl2pPr>
            <a:lvl3pPr indent="-342900" lvl="2" marL="1371600" algn="l">
              <a:lnSpc>
                <a:spcPct val="100000"/>
              </a:lnSpc>
              <a:spcBef>
                <a:spcPts val="360"/>
              </a:spcBef>
              <a:spcAft>
                <a:spcPts val="0"/>
              </a:spcAft>
              <a:buClr>
                <a:schemeClr val="dk1"/>
              </a:buClr>
              <a:buSzPts val="1800"/>
              <a:buFont typeface="Times New Roman"/>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51" name="Google Shape;51;p8"/>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2430463" y="2879725"/>
            <a:ext cx="27543125" cy="7200900"/>
          </a:xfrm>
          <a:prstGeom prst="rect">
            <a:avLst/>
          </a:prstGeom>
          <a:noFill/>
          <a:ln>
            <a:noFill/>
          </a:ln>
        </p:spPr>
        <p:txBody>
          <a:bodyPr anchorCtr="0" anchor="b" bIns="215975" lIns="431975" spcFirstLastPara="1" rIns="431975" wrap="square" tIns="2159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1620838" y="1720850"/>
            <a:ext cx="10660062" cy="7319963"/>
          </a:xfrm>
          <a:prstGeom prst="rect">
            <a:avLst/>
          </a:prstGeom>
          <a:noFill/>
          <a:ln>
            <a:noFill/>
          </a:ln>
        </p:spPr>
        <p:txBody>
          <a:bodyPr anchorCtr="0" anchor="b" bIns="215975" lIns="431975" spcFirstLastPara="1" rIns="431975" wrap="square" tIns="215975">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
          <p:cNvSpPr txBox="1"/>
          <p:nvPr>
            <p:ph idx="1" type="body"/>
          </p:nvPr>
        </p:nvSpPr>
        <p:spPr>
          <a:xfrm>
            <a:off x="12669838" y="1720850"/>
            <a:ext cx="18113375" cy="36874450"/>
          </a:xfrm>
          <a:prstGeom prst="rect">
            <a:avLst/>
          </a:prstGeom>
          <a:noFill/>
          <a:ln>
            <a:noFill/>
          </a:ln>
        </p:spPr>
        <p:txBody>
          <a:bodyPr anchorCtr="0" anchor="t" bIns="215975" lIns="431975" spcFirstLastPara="1" rIns="431975" wrap="square" tIns="215975">
            <a:noAutofit/>
          </a:bodyPr>
          <a:lstStyle>
            <a:lvl1pPr indent="-431800" lvl="0" marL="457200" algn="l">
              <a:lnSpc>
                <a:spcPct val="100000"/>
              </a:lnSpc>
              <a:spcBef>
                <a:spcPts val="640"/>
              </a:spcBef>
              <a:spcAft>
                <a:spcPts val="0"/>
              </a:spcAft>
              <a:buSzPts val="3200"/>
              <a:buChar char="●"/>
              <a:defRPr sz="3200"/>
            </a:lvl1pPr>
            <a:lvl2pPr indent="-317500" lvl="1" marL="914400" algn="l">
              <a:lnSpc>
                <a:spcPct val="100000"/>
              </a:lnSpc>
              <a:spcBef>
                <a:spcPts val="560"/>
              </a:spcBef>
              <a:spcAft>
                <a:spcPts val="0"/>
              </a:spcAft>
              <a:buSzPts val="1400"/>
              <a:buChar char="●"/>
              <a:defRPr sz="2800"/>
            </a:lvl2pPr>
            <a:lvl3pPr indent="-381000" lvl="2" marL="1371600" algn="l">
              <a:lnSpc>
                <a:spcPct val="100000"/>
              </a:lnSpc>
              <a:spcBef>
                <a:spcPts val="480"/>
              </a:spcBef>
              <a:spcAft>
                <a:spcPts val="0"/>
              </a:spcAft>
              <a:buClr>
                <a:schemeClr val="dk1"/>
              </a:buClr>
              <a:buSzPts val="2400"/>
              <a:buFont typeface="Times New Roman"/>
              <a:buChar char="•"/>
              <a:defRPr sz="2400"/>
            </a:lvl3pPr>
            <a:lvl4pPr indent="-355600" lvl="3" marL="1828800" algn="l">
              <a:lnSpc>
                <a:spcPct val="100000"/>
              </a:lnSpc>
              <a:spcBef>
                <a:spcPts val="400"/>
              </a:spcBef>
              <a:spcAft>
                <a:spcPts val="0"/>
              </a:spcAft>
              <a:buClr>
                <a:schemeClr val="dk1"/>
              </a:buClr>
              <a:buSzPts val="2000"/>
              <a:buFont typeface="Times New Roman"/>
              <a:buChar char="–"/>
              <a:defRPr sz="2000"/>
            </a:lvl4pPr>
            <a:lvl5pPr indent="-355600" lvl="4" marL="2286000" algn="l">
              <a:lnSpc>
                <a:spcPct val="100000"/>
              </a:lnSpc>
              <a:spcBef>
                <a:spcPts val="400"/>
              </a:spcBef>
              <a:spcAft>
                <a:spcPts val="0"/>
              </a:spcAft>
              <a:buClr>
                <a:schemeClr val="dk1"/>
              </a:buClr>
              <a:buSzPts val="2000"/>
              <a:buFont typeface="Times New Roman"/>
              <a:buChar char="»"/>
              <a:defRPr sz="2000"/>
            </a:lvl5pPr>
            <a:lvl6pPr indent="-355600" lvl="5" marL="2743200" algn="l">
              <a:lnSpc>
                <a:spcPct val="100000"/>
              </a:lnSpc>
              <a:spcBef>
                <a:spcPts val="400"/>
              </a:spcBef>
              <a:spcAft>
                <a:spcPts val="0"/>
              </a:spcAft>
              <a:buClr>
                <a:schemeClr val="dk1"/>
              </a:buClr>
              <a:buSzPts val="2000"/>
              <a:buFont typeface="Times New Roman"/>
              <a:buChar char="»"/>
              <a:defRPr sz="2000"/>
            </a:lvl6pPr>
            <a:lvl7pPr indent="-355600" lvl="6" marL="3200400" algn="l">
              <a:lnSpc>
                <a:spcPct val="100000"/>
              </a:lnSpc>
              <a:spcBef>
                <a:spcPts val="400"/>
              </a:spcBef>
              <a:spcAft>
                <a:spcPts val="0"/>
              </a:spcAft>
              <a:buClr>
                <a:schemeClr val="dk1"/>
              </a:buClr>
              <a:buSzPts val="2000"/>
              <a:buFont typeface="Times New Roman"/>
              <a:buChar char="»"/>
              <a:defRPr sz="2000"/>
            </a:lvl7pPr>
            <a:lvl8pPr indent="-355600" lvl="7" marL="3657600" algn="l">
              <a:lnSpc>
                <a:spcPct val="100000"/>
              </a:lnSpc>
              <a:spcBef>
                <a:spcPts val="400"/>
              </a:spcBef>
              <a:spcAft>
                <a:spcPts val="0"/>
              </a:spcAft>
              <a:buClr>
                <a:schemeClr val="dk1"/>
              </a:buClr>
              <a:buSzPts val="2000"/>
              <a:buFont typeface="Times New Roman"/>
              <a:buChar char="»"/>
              <a:defRPr sz="2000"/>
            </a:lvl8pPr>
            <a:lvl9pPr indent="-355600" lvl="8" marL="4114800" algn="l">
              <a:lnSpc>
                <a:spcPct val="100000"/>
              </a:lnSpc>
              <a:spcBef>
                <a:spcPts val="400"/>
              </a:spcBef>
              <a:spcAft>
                <a:spcPts val="0"/>
              </a:spcAft>
              <a:buClr>
                <a:schemeClr val="dk1"/>
              </a:buClr>
              <a:buSzPts val="2000"/>
              <a:buFont typeface="Times New Roman"/>
              <a:buChar char="»"/>
              <a:defRPr sz="2000"/>
            </a:lvl9pPr>
          </a:lstStyle>
          <a:p/>
        </p:txBody>
      </p:sp>
      <p:sp>
        <p:nvSpPr>
          <p:cNvPr id="62" name="Google Shape;62;p10"/>
          <p:cNvSpPr txBox="1"/>
          <p:nvPr>
            <p:ph idx="2" type="body"/>
          </p:nvPr>
        </p:nvSpPr>
        <p:spPr>
          <a:xfrm>
            <a:off x="1620838" y="9040813"/>
            <a:ext cx="10660062" cy="29554487"/>
          </a:xfrm>
          <a:prstGeom prst="rect">
            <a:avLst/>
          </a:prstGeom>
          <a:noFill/>
          <a:ln>
            <a:noFill/>
          </a:ln>
        </p:spPr>
        <p:txBody>
          <a:bodyPr anchorCtr="0" anchor="t" bIns="215975" lIns="431975" spcFirstLastPara="1" rIns="431975" wrap="square" tIns="215975">
            <a:noAutofit/>
          </a:bodyPr>
          <a:lstStyle>
            <a:lvl1pPr indent="-228600" lvl="0" marL="457200" algn="l">
              <a:lnSpc>
                <a:spcPct val="100000"/>
              </a:lnSpc>
              <a:spcBef>
                <a:spcPts val="280"/>
              </a:spcBef>
              <a:spcAft>
                <a:spcPts val="0"/>
              </a:spcAft>
              <a:buSzPts val="1400"/>
              <a:buNone/>
              <a:defRPr sz="1400"/>
            </a:lvl1pPr>
            <a:lvl2pPr indent="-228600" lvl="1" marL="914400" algn="l">
              <a:lnSpc>
                <a:spcPct val="100000"/>
              </a:lnSpc>
              <a:spcBef>
                <a:spcPts val="240"/>
              </a:spcBef>
              <a:spcAft>
                <a:spcPts val="0"/>
              </a:spcAft>
              <a:buSzPts val="600"/>
              <a:buNone/>
              <a:defRPr sz="1200"/>
            </a:lvl2pPr>
            <a:lvl3pPr indent="-228600" lvl="2" marL="1371600" algn="l">
              <a:lnSpc>
                <a:spcPct val="100000"/>
              </a:lnSpc>
              <a:spcBef>
                <a:spcPts val="200"/>
              </a:spcBef>
              <a:spcAft>
                <a:spcPts val="0"/>
              </a:spcAft>
              <a:buClr>
                <a:schemeClr val="dk1"/>
              </a:buClr>
              <a:buSzPts val="1000"/>
              <a:buFont typeface="Times New Roman"/>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63" name="Google Shape;63;p10"/>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6351588" y="30243463"/>
            <a:ext cx="19442112" cy="3570287"/>
          </a:xfrm>
          <a:prstGeom prst="rect">
            <a:avLst/>
          </a:prstGeom>
          <a:noFill/>
          <a:ln>
            <a:noFill/>
          </a:ln>
        </p:spPr>
        <p:txBody>
          <a:bodyPr anchorCtr="0" anchor="b" bIns="215975" lIns="431975" spcFirstLastPara="1" rIns="431975" wrap="square" tIns="215975">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1"/>
          <p:cNvSpPr/>
          <p:nvPr>
            <p:ph idx="2" type="pic"/>
          </p:nvPr>
        </p:nvSpPr>
        <p:spPr>
          <a:xfrm>
            <a:off x="6351588" y="3860800"/>
            <a:ext cx="19442112" cy="25922288"/>
          </a:xfrm>
          <a:prstGeom prst="rect">
            <a:avLst/>
          </a:prstGeom>
          <a:noFill/>
          <a:ln>
            <a:noFill/>
          </a:ln>
        </p:spPr>
      </p:sp>
      <p:sp>
        <p:nvSpPr>
          <p:cNvPr id="69" name="Google Shape;69;p11"/>
          <p:cNvSpPr txBox="1"/>
          <p:nvPr>
            <p:ph idx="1" type="body"/>
          </p:nvPr>
        </p:nvSpPr>
        <p:spPr>
          <a:xfrm>
            <a:off x="6351588" y="33813750"/>
            <a:ext cx="19442112" cy="5070475"/>
          </a:xfrm>
          <a:prstGeom prst="rect">
            <a:avLst/>
          </a:prstGeom>
          <a:noFill/>
          <a:ln>
            <a:noFill/>
          </a:ln>
        </p:spPr>
        <p:txBody>
          <a:bodyPr anchorCtr="0" anchor="t" bIns="215975" lIns="431975" spcFirstLastPara="1" rIns="431975" wrap="square" tIns="215975">
            <a:noAutofit/>
          </a:bodyPr>
          <a:lstStyle>
            <a:lvl1pPr indent="-228600" lvl="0" marL="457200" algn="l">
              <a:lnSpc>
                <a:spcPct val="100000"/>
              </a:lnSpc>
              <a:spcBef>
                <a:spcPts val="280"/>
              </a:spcBef>
              <a:spcAft>
                <a:spcPts val="0"/>
              </a:spcAft>
              <a:buSzPts val="1400"/>
              <a:buNone/>
              <a:defRPr sz="1400"/>
            </a:lvl1pPr>
            <a:lvl2pPr indent="-228600" lvl="1" marL="914400" algn="l">
              <a:lnSpc>
                <a:spcPct val="100000"/>
              </a:lnSpc>
              <a:spcBef>
                <a:spcPts val="240"/>
              </a:spcBef>
              <a:spcAft>
                <a:spcPts val="0"/>
              </a:spcAft>
              <a:buSzPts val="600"/>
              <a:buNone/>
              <a:defRPr sz="1200"/>
            </a:lvl2pPr>
            <a:lvl3pPr indent="-228600" lvl="2" marL="1371600" algn="l">
              <a:lnSpc>
                <a:spcPct val="100000"/>
              </a:lnSpc>
              <a:spcBef>
                <a:spcPts val="200"/>
              </a:spcBef>
              <a:spcAft>
                <a:spcPts val="0"/>
              </a:spcAft>
              <a:buClr>
                <a:schemeClr val="dk1"/>
              </a:buClr>
              <a:buSzPts val="1000"/>
              <a:buFont typeface="Times New Roman"/>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70" name="Google Shape;70;p11"/>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3" name="Shape 73"/>
        <p:cNvGrpSpPr/>
        <p:nvPr/>
      </p:nvGrpSpPr>
      <p:grpSpPr>
        <a:xfrm>
          <a:off x="0" y="0"/>
          <a:ext cx="0" cy="0"/>
          <a:chOff x="0" y="0"/>
          <a:chExt cx="0" cy="0"/>
        </a:xfrm>
      </p:grpSpPr>
      <p:sp>
        <p:nvSpPr>
          <p:cNvPr id="74" name="Google Shape;74;p12"/>
          <p:cNvSpPr txBox="1"/>
          <p:nvPr>
            <p:ph type="title"/>
          </p:nvPr>
        </p:nvSpPr>
        <p:spPr>
          <a:xfrm>
            <a:off x="2430463" y="2879725"/>
            <a:ext cx="27543125" cy="7200900"/>
          </a:xfrm>
          <a:prstGeom prst="rect">
            <a:avLst/>
          </a:prstGeom>
          <a:noFill/>
          <a:ln>
            <a:noFill/>
          </a:ln>
        </p:spPr>
        <p:txBody>
          <a:bodyPr anchorCtr="0" anchor="b" bIns="215975" lIns="431975" spcFirstLastPara="1" rIns="431975" wrap="square" tIns="2159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2"/>
          <p:cNvSpPr txBox="1"/>
          <p:nvPr>
            <p:ph idx="1" type="body"/>
          </p:nvPr>
        </p:nvSpPr>
        <p:spPr>
          <a:xfrm rot="5400000">
            <a:off x="3240088" y="11671300"/>
            <a:ext cx="25923875" cy="27543125"/>
          </a:xfrm>
          <a:prstGeom prst="rect">
            <a:avLst/>
          </a:prstGeom>
          <a:noFill/>
          <a:ln>
            <a:noFill/>
          </a:ln>
        </p:spPr>
        <p:txBody>
          <a:bodyPr anchorCtr="0" anchor="t" bIns="215975" lIns="431975" spcFirstLastPara="1" rIns="431975" wrap="square" tIns="215975">
            <a:noAutofit/>
          </a:bodyPr>
          <a:lstStyle>
            <a:lvl1pPr indent="-342900" lvl="0" marL="457200" algn="l">
              <a:lnSpc>
                <a:spcPct val="100000"/>
              </a:lnSpc>
              <a:spcBef>
                <a:spcPts val="360"/>
              </a:spcBef>
              <a:spcAft>
                <a:spcPts val="0"/>
              </a:spcAft>
              <a:buSzPts val="1800"/>
              <a:buChar char="●"/>
              <a:defRPr/>
            </a:lvl1pPr>
            <a:lvl2pPr indent="-285750" lvl="1" marL="914400" algn="l">
              <a:lnSpc>
                <a:spcPct val="100000"/>
              </a:lnSpc>
              <a:spcBef>
                <a:spcPts val="360"/>
              </a:spcBef>
              <a:spcAft>
                <a:spcPts val="0"/>
              </a:spcAft>
              <a:buSzPts val="9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 name="Google Shape;76;p12"/>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2"/>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79" name="Shape 79"/>
        <p:cNvGrpSpPr/>
        <p:nvPr/>
      </p:nvGrpSpPr>
      <p:grpSpPr>
        <a:xfrm>
          <a:off x="0" y="0"/>
          <a:ext cx="0" cy="0"/>
          <a:chOff x="0" y="0"/>
          <a:chExt cx="0" cy="0"/>
        </a:xfrm>
      </p:grpSpPr>
      <p:sp>
        <p:nvSpPr>
          <p:cNvPr id="80" name="Google Shape;80;p13"/>
          <p:cNvSpPr txBox="1"/>
          <p:nvPr>
            <p:ph type="title"/>
          </p:nvPr>
        </p:nvSpPr>
        <p:spPr>
          <a:xfrm rot="5400000">
            <a:off x="8768557" y="17199769"/>
            <a:ext cx="35525075" cy="6884988"/>
          </a:xfrm>
          <a:prstGeom prst="rect">
            <a:avLst/>
          </a:prstGeom>
          <a:noFill/>
          <a:ln>
            <a:noFill/>
          </a:ln>
        </p:spPr>
        <p:txBody>
          <a:bodyPr anchorCtr="0" anchor="b" bIns="215975" lIns="431975" spcFirstLastPara="1" rIns="431975" wrap="square" tIns="2159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3"/>
          <p:cNvSpPr txBox="1"/>
          <p:nvPr>
            <p:ph idx="1" type="body"/>
          </p:nvPr>
        </p:nvSpPr>
        <p:spPr>
          <a:xfrm rot="5400000">
            <a:off x="-5079206" y="10389394"/>
            <a:ext cx="35525075" cy="20505737"/>
          </a:xfrm>
          <a:prstGeom prst="rect">
            <a:avLst/>
          </a:prstGeom>
          <a:noFill/>
          <a:ln>
            <a:noFill/>
          </a:ln>
        </p:spPr>
        <p:txBody>
          <a:bodyPr anchorCtr="0" anchor="t" bIns="215975" lIns="431975" spcFirstLastPara="1" rIns="431975" wrap="square" tIns="215975">
            <a:noAutofit/>
          </a:bodyPr>
          <a:lstStyle>
            <a:lvl1pPr indent="-342900" lvl="0" marL="457200" algn="l">
              <a:lnSpc>
                <a:spcPct val="100000"/>
              </a:lnSpc>
              <a:spcBef>
                <a:spcPts val="360"/>
              </a:spcBef>
              <a:spcAft>
                <a:spcPts val="0"/>
              </a:spcAft>
              <a:buSzPts val="1800"/>
              <a:buChar char="●"/>
              <a:defRPr/>
            </a:lvl1pPr>
            <a:lvl2pPr indent="-285750" lvl="1" marL="914400" algn="l">
              <a:lnSpc>
                <a:spcPct val="100000"/>
              </a:lnSpc>
              <a:spcBef>
                <a:spcPts val="360"/>
              </a:spcBef>
              <a:spcAft>
                <a:spcPts val="0"/>
              </a:spcAft>
              <a:buSzPts val="9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2" name="Google Shape;82;p13"/>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algn="l">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3"/>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algn="ctr">
              <a:lnSpc>
                <a:spcPct val="100000"/>
              </a:lnSpc>
              <a:spcBef>
                <a:spcPts val="33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3"/>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E3"/>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2430463" y="2879725"/>
            <a:ext cx="27543125" cy="7200900"/>
          </a:xfrm>
          <a:prstGeom prst="rect">
            <a:avLst/>
          </a:prstGeom>
          <a:noFill/>
          <a:ln>
            <a:noFill/>
          </a:ln>
        </p:spPr>
        <p:txBody>
          <a:bodyPr anchorCtr="0" anchor="b" bIns="215975" lIns="431975" spcFirstLastPara="1" rIns="431975" wrap="square" tIns="215975">
            <a:noAutofit/>
          </a:bodyPr>
          <a:lstStyle>
            <a:lvl1pPr lvl="0" marR="0" rtl="0" algn="l">
              <a:lnSpc>
                <a:spcPct val="100000"/>
              </a:lnSpc>
              <a:spcBef>
                <a:spcPts val="0"/>
              </a:spcBef>
              <a:spcAft>
                <a:spcPts val="0"/>
              </a:spcAft>
              <a:buClr>
                <a:srgbClr val="000000"/>
              </a:buClr>
              <a:buSzPts val="1400"/>
              <a:buFont typeface="Arial"/>
              <a:buNone/>
              <a:defRPr b="0" i="0" sz="20800" u="none" cap="none" strike="noStrike">
                <a:solidFill>
                  <a:schemeClr val="dk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800" u="none" cap="none" strike="noStrike">
                <a:solidFill>
                  <a:schemeClr val="dk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800" u="none" cap="none" strike="noStrike">
                <a:solidFill>
                  <a:schemeClr val="dk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800" u="none" cap="none" strike="noStrike">
                <a:solidFill>
                  <a:schemeClr val="dk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800" u="none" cap="none" strike="noStrike">
                <a:solidFill>
                  <a:schemeClr val="dk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800" u="none" cap="none" strike="noStrike">
                <a:solidFill>
                  <a:schemeClr val="dk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800" u="none" cap="none" strike="noStrike">
                <a:solidFill>
                  <a:schemeClr val="dk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800" u="none" cap="none" strike="noStrike">
                <a:solidFill>
                  <a:schemeClr val="dk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800" u="none" cap="none" strike="noStrike">
                <a:solidFill>
                  <a:schemeClr val="dk2"/>
                </a:solidFill>
                <a:latin typeface="Times New Roman"/>
                <a:ea typeface="Times New Roman"/>
                <a:cs typeface="Times New Roman"/>
                <a:sym typeface="Times New Roman"/>
              </a:defRPr>
            </a:lvl9pPr>
          </a:lstStyle>
          <a:p/>
        </p:txBody>
      </p:sp>
      <p:sp>
        <p:nvSpPr>
          <p:cNvPr id="11" name="Google Shape;11;p2"/>
          <p:cNvSpPr txBox="1"/>
          <p:nvPr>
            <p:ph idx="1" type="body"/>
          </p:nvPr>
        </p:nvSpPr>
        <p:spPr>
          <a:xfrm>
            <a:off x="2430463" y="12480925"/>
            <a:ext cx="27543125" cy="25923875"/>
          </a:xfrm>
          <a:prstGeom prst="rect">
            <a:avLst/>
          </a:prstGeom>
          <a:noFill/>
          <a:ln>
            <a:noFill/>
          </a:ln>
        </p:spPr>
        <p:txBody>
          <a:bodyPr anchorCtr="0" anchor="t" bIns="215975" lIns="431975" spcFirstLastPara="1" rIns="431975" wrap="square" tIns="215975">
            <a:noAutofit/>
          </a:bodyPr>
          <a:lstStyle>
            <a:lvl1pPr indent="-1181100" lvl="0" marL="457200" marR="0" rtl="0" algn="l">
              <a:lnSpc>
                <a:spcPct val="100000"/>
              </a:lnSpc>
              <a:spcBef>
                <a:spcPts val="3000"/>
              </a:spcBef>
              <a:spcAft>
                <a:spcPts val="0"/>
              </a:spcAft>
              <a:buClr>
                <a:schemeClr val="lt2"/>
              </a:buClr>
              <a:buSzPts val="15000"/>
              <a:buFont typeface="Arial"/>
              <a:buChar char="●"/>
              <a:defRPr b="0" i="0" sz="15000" u="none" cap="none" strike="noStrike">
                <a:solidFill>
                  <a:schemeClr val="dk1"/>
                </a:solidFill>
                <a:latin typeface="Times New Roman"/>
                <a:ea typeface="Times New Roman"/>
                <a:cs typeface="Times New Roman"/>
                <a:sym typeface="Times New Roman"/>
              </a:defRPr>
            </a:lvl1pPr>
            <a:lvl2pPr indent="-647700" lvl="1" marL="914400" marR="0" rtl="0" algn="l">
              <a:lnSpc>
                <a:spcPct val="100000"/>
              </a:lnSpc>
              <a:spcBef>
                <a:spcPts val="2640"/>
              </a:spcBef>
              <a:spcAft>
                <a:spcPts val="0"/>
              </a:spcAft>
              <a:buClr>
                <a:schemeClr val="lt2"/>
              </a:buClr>
              <a:buSzPts val="6600"/>
              <a:buFont typeface="Arial"/>
              <a:buChar char="●"/>
              <a:defRPr b="0" i="0" sz="13200" u="none" cap="none" strike="noStrike">
                <a:solidFill>
                  <a:schemeClr val="dk1"/>
                </a:solidFill>
                <a:latin typeface="Times New Roman"/>
                <a:ea typeface="Times New Roman"/>
                <a:cs typeface="Times New Roman"/>
                <a:sym typeface="Times New Roman"/>
              </a:defRPr>
            </a:lvl2pPr>
            <a:lvl3pPr indent="-939800" lvl="2" marL="1371600" marR="0" rtl="0" algn="l">
              <a:lnSpc>
                <a:spcPct val="100000"/>
              </a:lnSpc>
              <a:spcBef>
                <a:spcPts val="2240"/>
              </a:spcBef>
              <a:spcAft>
                <a:spcPts val="0"/>
              </a:spcAft>
              <a:buClr>
                <a:schemeClr val="dk1"/>
              </a:buClr>
              <a:buSzPts val="11200"/>
              <a:buFont typeface="Times New Roman"/>
              <a:buChar char="•"/>
              <a:defRPr b="0" i="0" sz="11200" u="none" cap="none" strike="noStrike">
                <a:solidFill>
                  <a:schemeClr val="dk1"/>
                </a:solidFill>
                <a:latin typeface="Times New Roman"/>
                <a:ea typeface="Times New Roman"/>
                <a:cs typeface="Times New Roman"/>
                <a:sym typeface="Times New Roman"/>
              </a:defRPr>
            </a:lvl3pPr>
            <a:lvl4pPr indent="-825500" lvl="3" marL="1828800" marR="0" rtl="0" algn="l">
              <a:lnSpc>
                <a:spcPct val="100000"/>
              </a:lnSpc>
              <a:spcBef>
                <a:spcPts val="1880"/>
              </a:spcBef>
              <a:spcAft>
                <a:spcPts val="0"/>
              </a:spcAft>
              <a:buClr>
                <a:schemeClr val="dk1"/>
              </a:buClr>
              <a:buSzPts val="9400"/>
              <a:buFont typeface="Times New Roman"/>
              <a:buChar char="–"/>
              <a:defRPr b="0" i="0" sz="9400" u="none" cap="none" strike="noStrike">
                <a:solidFill>
                  <a:schemeClr val="dk1"/>
                </a:solidFill>
                <a:latin typeface="Times New Roman"/>
                <a:ea typeface="Times New Roman"/>
                <a:cs typeface="Times New Roman"/>
                <a:sym typeface="Times New Roman"/>
              </a:defRPr>
            </a:lvl4pPr>
            <a:lvl5pPr indent="-825500" lvl="4" marL="2286000" marR="0" rtl="0" algn="l">
              <a:lnSpc>
                <a:spcPct val="100000"/>
              </a:lnSpc>
              <a:spcBef>
                <a:spcPts val="1880"/>
              </a:spcBef>
              <a:spcAft>
                <a:spcPts val="0"/>
              </a:spcAft>
              <a:buClr>
                <a:schemeClr val="dk1"/>
              </a:buClr>
              <a:buSzPts val="9400"/>
              <a:buFont typeface="Times New Roman"/>
              <a:buChar char="»"/>
              <a:defRPr b="0" i="0" sz="9400" u="none" cap="none" strike="noStrike">
                <a:solidFill>
                  <a:schemeClr val="dk1"/>
                </a:solidFill>
                <a:latin typeface="Times New Roman"/>
                <a:ea typeface="Times New Roman"/>
                <a:cs typeface="Times New Roman"/>
                <a:sym typeface="Times New Roman"/>
              </a:defRPr>
            </a:lvl5pPr>
            <a:lvl6pPr indent="-825500" lvl="5" marL="2743200" marR="0" rtl="0" algn="l">
              <a:lnSpc>
                <a:spcPct val="100000"/>
              </a:lnSpc>
              <a:spcBef>
                <a:spcPts val="1880"/>
              </a:spcBef>
              <a:spcAft>
                <a:spcPts val="0"/>
              </a:spcAft>
              <a:buClr>
                <a:schemeClr val="dk1"/>
              </a:buClr>
              <a:buSzPts val="9400"/>
              <a:buFont typeface="Times New Roman"/>
              <a:buChar char="»"/>
              <a:defRPr b="0" i="0" sz="9400" u="none" cap="none" strike="noStrike">
                <a:solidFill>
                  <a:schemeClr val="dk1"/>
                </a:solidFill>
                <a:latin typeface="Times New Roman"/>
                <a:ea typeface="Times New Roman"/>
                <a:cs typeface="Times New Roman"/>
                <a:sym typeface="Times New Roman"/>
              </a:defRPr>
            </a:lvl6pPr>
            <a:lvl7pPr indent="-825500" lvl="6" marL="3200400" marR="0" rtl="0" algn="l">
              <a:lnSpc>
                <a:spcPct val="100000"/>
              </a:lnSpc>
              <a:spcBef>
                <a:spcPts val="1880"/>
              </a:spcBef>
              <a:spcAft>
                <a:spcPts val="0"/>
              </a:spcAft>
              <a:buClr>
                <a:schemeClr val="dk1"/>
              </a:buClr>
              <a:buSzPts val="9400"/>
              <a:buFont typeface="Times New Roman"/>
              <a:buChar char="»"/>
              <a:defRPr b="0" i="0" sz="9400" u="none" cap="none" strike="noStrike">
                <a:solidFill>
                  <a:schemeClr val="dk1"/>
                </a:solidFill>
                <a:latin typeface="Times New Roman"/>
                <a:ea typeface="Times New Roman"/>
                <a:cs typeface="Times New Roman"/>
                <a:sym typeface="Times New Roman"/>
              </a:defRPr>
            </a:lvl7pPr>
            <a:lvl8pPr indent="-825500" lvl="7" marL="3657600" marR="0" rtl="0" algn="l">
              <a:lnSpc>
                <a:spcPct val="100000"/>
              </a:lnSpc>
              <a:spcBef>
                <a:spcPts val="1880"/>
              </a:spcBef>
              <a:spcAft>
                <a:spcPts val="0"/>
              </a:spcAft>
              <a:buClr>
                <a:schemeClr val="dk1"/>
              </a:buClr>
              <a:buSzPts val="9400"/>
              <a:buFont typeface="Times New Roman"/>
              <a:buChar char="»"/>
              <a:defRPr b="0" i="0" sz="9400" u="none" cap="none" strike="noStrike">
                <a:solidFill>
                  <a:schemeClr val="dk1"/>
                </a:solidFill>
                <a:latin typeface="Times New Roman"/>
                <a:ea typeface="Times New Roman"/>
                <a:cs typeface="Times New Roman"/>
                <a:sym typeface="Times New Roman"/>
              </a:defRPr>
            </a:lvl8pPr>
            <a:lvl9pPr indent="-825500" lvl="8" marL="4114800" marR="0" rtl="0" algn="l">
              <a:lnSpc>
                <a:spcPct val="100000"/>
              </a:lnSpc>
              <a:spcBef>
                <a:spcPts val="1880"/>
              </a:spcBef>
              <a:spcAft>
                <a:spcPts val="0"/>
              </a:spcAft>
              <a:buClr>
                <a:schemeClr val="dk1"/>
              </a:buClr>
              <a:buSzPts val="9400"/>
              <a:buFont typeface="Times New Roman"/>
              <a:buChar char="»"/>
              <a:defRPr b="0" i="0" sz="9400" u="none" cap="none" strike="noStrike">
                <a:solidFill>
                  <a:schemeClr val="dk1"/>
                </a:solidFill>
                <a:latin typeface="Times New Roman"/>
                <a:ea typeface="Times New Roman"/>
                <a:cs typeface="Times New Roman"/>
                <a:sym typeface="Times New Roman"/>
              </a:defRPr>
            </a:lvl9pPr>
          </a:lstStyle>
          <a:p/>
        </p:txBody>
      </p:sp>
      <p:sp>
        <p:nvSpPr>
          <p:cNvPr id="12" name="Google Shape;12;p2"/>
          <p:cNvSpPr txBox="1"/>
          <p:nvPr>
            <p:ph idx="10" type="dt"/>
          </p:nvPr>
        </p:nvSpPr>
        <p:spPr>
          <a:xfrm>
            <a:off x="2430463" y="39365238"/>
            <a:ext cx="6750050" cy="2879725"/>
          </a:xfrm>
          <a:prstGeom prst="rect">
            <a:avLst/>
          </a:prstGeom>
          <a:noFill/>
          <a:ln>
            <a:noFill/>
          </a:ln>
        </p:spPr>
        <p:txBody>
          <a:bodyPr anchorCtr="0" anchor="t" bIns="215975" lIns="431975" spcFirstLastPara="1" rIns="431975" wrap="square" tIns="215975">
            <a:noAutofit/>
          </a:bodyPr>
          <a:lstStyle>
            <a:lvl1pPr lvl="0" marR="0" rtl="0" algn="l">
              <a:lnSpc>
                <a:spcPct val="100000"/>
              </a:lnSpc>
              <a:spcBef>
                <a:spcPts val="3300"/>
              </a:spcBef>
              <a:spcAft>
                <a:spcPts val="0"/>
              </a:spcAft>
              <a:buClr>
                <a:srgbClr val="000000"/>
              </a:buClr>
              <a:buSzPts val="1400"/>
              <a:buFont typeface="Arial"/>
              <a:buNone/>
              <a:defRPr b="0" i="0" sz="6600" u="none" cap="none" strike="noStrike">
                <a:solidFill>
                  <a:schemeClr val="lt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9pPr>
          </a:lstStyle>
          <a:p/>
        </p:txBody>
      </p:sp>
      <p:sp>
        <p:nvSpPr>
          <p:cNvPr id="13" name="Google Shape;13;p2"/>
          <p:cNvSpPr txBox="1"/>
          <p:nvPr>
            <p:ph idx="11" type="ftr"/>
          </p:nvPr>
        </p:nvSpPr>
        <p:spPr>
          <a:xfrm>
            <a:off x="11071225" y="39365238"/>
            <a:ext cx="10261600" cy="2879725"/>
          </a:xfrm>
          <a:prstGeom prst="rect">
            <a:avLst/>
          </a:prstGeom>
          <a:noFill/>
          <a:ln>
            <a:noFill/>
          </a:ln>
        </p:spPr>
        <p:txBody>
          <a:bodyPr anchorCtr="0" anchor="t" bIns="215975" lIns="431975" spcFirstLastPara="1" rIns="431975" wrap="square" tIns="215975">
            <a:noAutofit/>
          </a:bodyPr>
          <a:lstStyle>
            <a:lvl1pPr lvl="0" marR="0" rtl="0" algn="ctr">
              <a:lnSpc>
                <a:spcPct val="100000"/>
              </a:lnSpc>
              <a:spcBef>
                <a:spcPts val="3300"/>
              </a:spcBef>
              <a:spcAft>
                <a:spcPts val="0"/>
              </a:spcAft>
              <a:buClr>
                <a:srgbClr val="000000"/>
              </a:buClr>
              <a:buSzPts val="1400"/>
              <a:buFont typeface="Arial"/>
              <a:buNone/>
              <a:defRPr b="0" i="0" sz="6600" u="none" cap="none" strike="noStrike">
                <a:solidFill>
                  <a:schemeClr val="lt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600" u="none" cap="none" strike="noStrike">
                <a:solidFill>
                  <a:schemeClr val="dk1"/>
                </a:solidFill>
                <a:latin typeface="Times New Roman"/>
                <a:ea typeface="Times New Roman"/>
                <a:cs typeface="Times New Roman"/>
                <a:sym typeface="Times New Roman"/>
              </a:defRPr>
            </a:lvl9pPr>
          </a:lstStyle>
          <a:p/>
        </p:txBody>
      </p:sp>
      <p:sp>
        <p:nvSpPr>
          <p:cNvPr id="14" name="Google Shape;14;p2"/>
          <p:cNvSpPr txBox="1"/>
          <p:nvPr>
            <p:ph idx="12" type="sldNum"/>
          </p:nvPr>
        </p:nvSpPr>
        <p:spPr>
          <a:xfrm>
            <a:off x="23223538" y="39365238"/>
            <a:ext cx="6750050" cy="2879725"/>
          </a:xfrm>
          <a:prstGeom prst="rect">
            <a:avLst/>
          </a:prstGeom>
          <a:noFill/>
          <a:ln>
            <a:noFill/>
          </a:ln>
        </p:spPr>
        <p:txBody>
          <a:bodyPr anchorCtr="0" anchor="t" bIns="215975" lIns="431975" spcFirstLastPara="1" rIns="431975" wrap="square" tIns="215975">
            <a:noAutofit/>
          </a:bodyPr>
          <a:lstStyle>
            <a:lvl1pPr indent="0" lvl="0" marL="0" marR="0" rtl="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6600"/>
              <a:buFont typeface="Arial"/>
              <a:buNone/>
              <a:defRPr b="0" i="0" sz="66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h3c4b9edaebb761c2_0_0"/>
          <p:cNvSpPr txBox="1"/>
          <p:nvPr/>
        </p:nvSpPr>
        <p:spPr>
          <a:xfrm>
            <a:off x="754332" y="8712000"/>
            <a:ext cx="32188200" cy="1568700"/>
          </a:xfrm>
          <a:prstGeom prst="rect">
            <a:avLst/>
          </a:prstGeom>
          <a:noFill/>
          <a:ln>
            <a:noFill/>
          </a:ln>
        </p:spPr>
        <p:txBody>
          <a:bodyPr anchorCtr="0" anchor="t" bIns="75600" lIns="151200" spcFirstLastPara="1" rIns="151200" wrap="square" tIns="75600">
            <a:spAutoFit/>
          </a:bodyPr>
          <a:lstStyle/>
          <a:p>
            <a:pPr indent="0" lvl="0" marL="0" marR="0" rtl="0" algn="ctr">
              <a:lnSpc>
                <a:spcPct val="100000"/>
              </a:lnSpc>
              <a:spcBef>
                <a:spcPts val="0"/>
              </a:spcBef>
              <a:spcAft>
                <a:spcPts val="0"/>
              </a:spcAft>
              <a:buClr>
                <a:srgbClr val="000000"/>
              </a:buClr>
              <a:buSzPts val="4600"/>
              <a:buFont typeface="Arial"/>
              <a:buNone/>
            </a:pPr>
            <a:r>
              <a:rPr b="0" i="0" lang="pt-BR" sz="4600" u="none" cap="none" strike="noStrike">
                <a:solidFill>
                  <a:schemeClr val="dk1"/>
                </a:solidFill>
                <a:latin typeface="Arial"/>
                <a:ea typeface="Arial"/>
                <a:cs typeface="Arial"/>
                <a:sym typeface="Arial"/>
              </a:rPr>
              <a:t>Autores*: Tosarelli, T.; Gouvea, 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600"/>
              <a:buFont typeface="Arial"/>
              <a:buNone/>
            </a:pPr>
            <a:r>
              <a:rPr b="0" i="0" lang="pt-BR" sz="4600" u="none" cap="none" strike="noStrike">
                <a:solidFill>
                  <a:schemeClr val="dk1"/>
                </a:solidFill>
                <a:latin typeface="Arial"/>
                <a:ea typeface="Arial"/>
                <a:cs typeface="Arial"/>
                <a:sym typeface="Arial"/>
              </a:rPr>
              <a:t>Orientadores**: Teixeira, R. B. M.; Kodama, R. M.</a:t>
            </a:r>
            <a:endParaRPr b="0" i="0" sz="4000" u="none" cap="none" strike="noStrike">
              <a:solidFill>
                <a:schemeClr val="dk1"/>
              </a:solidFill>
              <a:latin typeface="Arial"/>
              <a:ea typeface="Arial"/>
              <a:cs typeface="Arial"/>
              <a:sym typeface="Arial"/>
            </a:endParaRPr>
          </a:p>
        </p:txBody>
      </p:sp>
      <p:sp>
        <p:nvSpPr>
          <p:cNvPr id="91" name="Google Shape;91;h3c4b9edaebb761c2_0_0"/>
          <p:cNvSpPr txBox="1"/>
          <p:nvPr/>
        </p:nvSpPr>
        <p:spPr>
          <a:xfrm>
            <a:off x="434209" y="37440000"/>
            <a:ext cx="30996000" cy="3169500"/>
          </a:xfrm>
          <a:prstGeom prst="rect">
            <a:avLst/>
          </a:prstGeom>
          <a:noFill/>
          <a:ln>
            <a:noFill/>
          </a:ln>
        </p:spPr>
        <p:txBody>
          <a:bodyPr anchorCtr="0" anchor="t" bIns="75600" lIns="151200" spcFirstLastPara="1" rIns="151200" wrap="square" tIns="75600">
            <a:spAutoFit/>
          </a:bodyPr>
          <a:lstStyle/>
          <a:p>
            <a:pPr indent="0" lvl="0" marL="0" marR="0" rtl="0" algn="l">
              <a:lnSpc>
                <a:spcPct val="100000"/>
              </a:lnSpc>
              <a:spcBef>
                <a:spcPts val="0"/>
              </a:spcBef>
              <a:spcAft>
                <a:spcPts val="0"/>
              </a:spcAft>
              <a:buClr>
                <a:srgbClr val="000000"/>
              </a:buClr>
              <a:buSzPts val="2600"/>
              <a:buFont typeface="Arial"/>
              <a:buNone/>
            </a:pPr>
            <a:r>
              <a:rPr b="1" i="0" lang="pt-BR" sz="2600" u="sng" cap="none" strike="noStrike">
                <a:solidFill>
                  <a:schemeClr val="dk1"/>
                </a:solidFill>
                <a:latin typeface="Arial"/>
                <a:ea typeface="Arial"/>
                <a:cs typeface="Arial"/>
                <a:sym typeface="Arial"/>
              </a:rPr>
              <a:t>Referências:</a:t>
            </a:r>
            <a:endParaRPr b="0" i="0" sz="2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Times New Roman"/>
                <a:ea typeface="Times New Roman"/>
                <a:cs typeface="Times New Roman"/>
                <a:sym typeface="Times New Roman"/>
              </a:rPr>
              <a:t>ALBHAISI, I. N. et al. Effectiveness of psychological techniques in dental management for children with autism spectrum disorder: a systematic literature review. BMC Oral Health, v. 22, 2022.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Times New Roman"/>
                <a:ea typeface="Times New Roman"/>
                <a:cs typeface="Times New Roman"/>
                <a:sym typeface="Times New Roman"/>
              </a:rPr>
              <a:t>AMERICAN ACADEMY OF PEDIATRIC DENTISTRY. Behavior guidance for the pediatric dental patient. In: The Reference Manual of Pediatric Dentistry. Chicago: AAPD, 2024. p. 358-378.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Times New Roman"/>
                <a:ea typeface="Times New Roman"/>
                <a:cs typeface="Times New Roman"/>
                <a:sym typeface="Times New Roman"/>
              </a:rPr>
              <a:t>BALIAN, A. et al. Is visual pedagogy effective in improving cooperation towards oral hygiene and dental care in children with autism spectrum disorder? Int. J. Environ. Res. Public Health, v. 18, n. 2, p. 789, 2021.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Times New Roman"/>
                <a:ea typeface="Times New Roman"/>
                <a:cs typeface="Times New Roman"/>
                <a:sym typeface="Times New Roman"/>
              </a:rPr>
              <a:t>BEZERRA, R. C.; ASSIS, J. A.; SANTOS, P. U. O atendimento odontológico à crianças com Transtorno do Espectro Autista: uma revisão de literatura. Brazilian Journal of Health Review, v. 6, n. 3, p. 13155-13171, 2023.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Times New Roman"/>
                <a:ea typeface="Times New Roman"/>
                <a:cs typeface="Times New Roman"/>
                <a:sym typeface="Times New Roman"/>
              </a:rPr>
              <a:t>CERMAK, S. A. et al. Sensory adapted dental environments to enhance oral care for children with autism spectrum disorders. J. Autism Dev. Disord., v. 45, n. 9, p. 2876-2888, 2015.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Times New Roman"/>
                <a:ea typeface="Times New Roman"/>
                <a:cs typeface="Times New Roman"/>
                <a:sym typeface="Times New Roman"/>
              </a:rPr>
              <a:t>DA SILVA MORO, J. et al. Efficacy of the video modeling technique as a facilitator of non-invasive dental care in autistic children: randomized clinical trial. J. Autism Dev. Disord., v. 54, n. 2, p. 501-508, 2024.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Times New Roman"/>
                <a:ea typeface="Times New Roman"/>
                <a:cs typeface="Times New Roman"/>
                <a:sym typeface="Times New Roman"/>
              </a:rPr>
              <a:t>DRUMOND, V. Z. et al. Dental caries in children with attention deficit/hyperactivity disorder: a meta-analysis. Caries Research, v. 56, n. 1, p. 3-14, 2022.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Times New Roman"/>
                <a:ea typeface="Times New Roman"/>
                <a:cs typeface="Times New Roman"/>
                <a:sym typeface="Times New Roman"/>
              </a:rPr>
              <a:t>STEIN DUKER, L. I. et al. Sensory adaptations to improve physiological and behavioral distress during dental visits in autistic children. JAMA Network Open, v. 6, n. 6, e2316346, 2023.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Times New Roman"/>
                <a:ea typeface="Times New Roman"/>
                <a:cs typeface="Times New Roman"/>
                <a:sym typeface="Times New Roman"/>
              </a:rPr>
              <a:t>*Thamyres Tosarelli, Beatriz Gouvea - Campus Marquês, São Paulo.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Times New Roman"/>
                <a:ea typeface="Times New Roman"/>
                <a:cs typeface="Times New Roman"/>
                <a:sym typeface="Times New Roman"/>
              </a:rPr>
              <a:t>**Rosemary Baptista Martins Teixeira, Ricardo Matsura Kodama - UNIP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pt-BR" sz="2600" u="sng" cap="none" strike="noStrike">
                <a:solidFill>
                  <a:schemeClr val="dk1"/>
                </a:solidFill>
                <a:latin typeface="Arial"/>
                <a:ea typeface="Arial"/>
                <a:cs typeface="Arial"/>
                <a:sym typeface="Arial"/>
              </a:rPr>
              <a:t>Palavras-chave:</a:t>
            </a:r>
            <a:endParaRPr b="0" i="0" sz="2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Times New Roman"/>
                <a:ea typeface="Times New Roman"/>
                <a:cs typeface="Times New Roman"/>
                <a:sym typeface="Times New Roman"/>
              </a:rPr>
              <a:t>Transtorno do Espectro Autista; Assistência Odontológica para Pessoas com Deficiências; Manejo Comportamental.</a:t>
            </a:r>
            <a:endParaRPr b="0" i="0" sz="1400" u="none" cap="none" strike="noStrike">
              <a:solidFill>
                <a:srgbClr val="000000"/>
              </a:solidFill>
              <a:latin typeface="Arial"/>
              <a:ea typeface="Arial"/>
              <a:cs typeface="Arial"/>
              <a:sym typeface="Arial"/>
            </a:endParaRPr>
          </a:p>
        </p:txBody>
      </p:sp>
      <p:sp>
        <p:nvSpPr>
          <p:cNvPr id="92" name="Google Shape;92;h3c4b9edaebb761c2_0_0"/>
          <p:cNvSpPr txBox="1"/>
          <p:nvPr/>
        </p:nvSpPr>
        <p:spPr>
          <a:xfrm>
            <a:off x="6551058" y="244434"/>
            <a:ext cx="20594700" cy="3615900"/>
          </a:xfrm>
          <a:prstGeom prst="rect">
            <a:avLst/>
          </a:prstGeom>
          <a:noFill/>
          <a:ln>
            <a:noFill/>
          </a:ln>
          <a:effectLst>
            <a:outerShdw rotWithShape="0" algn="ctr" dir="2700000" dist="35921">
              <a:srgbClr val="000000"/>
            </a:outerShdw>
          </a:effectLst>
        </p:spPr>
        <p:txBody>
          <a:bodyPr anchorCtr="0" anchor="t" bIns="75600" lIns="151200" spcFirstLastPara="1" rIns="151200" wrap="square" tIns="75600">
            <a:spAutoFit/>
          </a:bodyPr>
          <a:lstStyle/>
          <a:p>
            <a:pPr indent="0" lvl="0" marL="0" marR="0" rtl="0" algn="ctr">
              <a:lnSpc>
                <a:spcPct val="100000"/>
              </a:lnSpc>
              <a:spcBef>
                <a:spcPts val="0"/>
              </a:spcBef>
              <a:spcAft>
                <a:spcPts val="0"/>
              </a:spcAft>
              <a:buClr>
                <a:srgbClr val="000000"/>
              </a:buClr>
              <a:buSzPts val="7900"/>
              <a:buFont typeface="Arial"/>
              <a:buNone/>
            </a:pPr>
            <a:r>
              <a:rPr b="1" i="0" lang="pt-BR" sz="7900" u="none" cap="none" strike="noStrike">
                <a:solidFill>
                  <a:srgbClr val="003366"/>
                </a:solidFill>
                <a:latin typeface="Arial"/>
                <a:ea typeface="Arial"/>
                <a:cs typeface="Arial"/>
                <a:sym typeface="Arial"/>
              </a:rPr>
              <a:t> </a:t>
            </a:r>
            <a:r>
              <a:rPr b="1" i="0" lang="pt-BR" sz="7300" u="none" cap="none" strike="noStrike">
                <a:solidFill>
                  <a:srgbClr val="000066"/>
                </a:solidFill>
                <a:latin typeface="Arial"/>
                <a:ea typeface="Arial"/>
                <a:cs typeface="Arial"/>
                <a:sym typeface="Arial"/>
              </a:rPr>
              <a:t>Universidade Paulista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300"/>
              <a:buFont typeface="Arial"/>
              <a:buNone/>
            </a:pPr>
            <a:r>
              <a:rPr b="1" i="0" lang="pt-BR" sz="7300" u="none" cap="none" strike="noStrike">
                <a:solidFill>
                  <a:srgbClr val="000066"/>
                </a:solidFill>
                <a:latin typeface="Arial"/>
                <a:ea typeface="Arial"/>
                <a:cs typeface="Arial"/>
                <a:sym typeface="Arial"/>
              </a:rPr>
              <a:t>Faculdade de Odontologia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300"/>
              <a:buFont typeface="Arial"/>
              <a:buNone/>
            </a:pPr>
            <a:r>
              <a:rPr b="1" i="0" lang="pt-BR" sz="7300" u="none" cap="none" strike="noStrike">
                <a:solidFill>
                  <a:srgbClr val="000066"/>
                </a:solidFill>
                <a:latin typeface="Arial"/>
                <a:ea typeface="Arial"/>
                <a:cs typeface="Arial"/>
                <a:sym typeface="Arial"/>
              </a:rPr>
              <a:t>Campus Marquês</a:t>
            </a:r>
            <a:endParaRPr b="1" i="0" sz="8900" u="none" cap="none" strike="noStrike">
              <a:solidFill>
                <a:srgbClr val="000066"/>
              </a:solidFill>
              <a:latin typeface="Arial"/>
              <a:ea typeface="Arial"/>
              <a:cs typeface="Arial"/>
              <a:sym typeface="Arial"/>
            </a:endParaRPr>
          </a:p>
        </p:txBody>
      </p:sp>
      <p:sp>
        <p:nvSpPr>
          <p:cNvPr id="93" name="Google Shape;93;h3c4b9edaebb761c2_0_0"/>
          <p:cNvSpPr txBox="1"/>
          <p:nvPr/>
        </p:nvSpPr>
        <p:spPr>
          <a:xfrm>
            <a:off x="717615" y="10152000"/>
            <a:ext cx="30964200" cy="2923200"/>
          </a:xfrm>
          <a:prstGeom prst="rect">
            <a:avLst/>
          </a:prstGeom>
          <a:noFill/>
          <a:ln>
            <a:noFill/>
          </a:ln>
        </p:spPr>
        <p:txBody>
          <a:bodyPr anchorCtr="0" anchor="t" bIns="75600" lIns="151200" spcFirstLastPara="1" rIns="151200" wrap="square" tIns="75600">
            <a:spAutoFit/>
          </a:bodyPr>
          <a:lstStyle/>
          <a:p>
            <a:pPr indent="0" lvl="0" marL="0" marR="0" rtl="0" algn="just">
              <a:lnSpc>
                <a:spcPct val="100000"/>
              </a:lnSpc>
              <a:spcBef>
                <a:spcPts val="0"/>
              </a:spcBef>
              <a:spcAft>
                <a:spcPts val="0"/>
              </a:spcAft>
              <a:buClr>
                <a:srgbClr val="000000"/>
              </a:buClr>
              <a:buSzPts val="6600"/>
              <a:buFont typeface="Arial"/>
              <a:buNone/>
            </a:pPr>
            <a:r>
              <a:rPr b="1" i="0" lang="pt-BR" sz="6600" u="none" cap="none" strike="noStrike">
                <a:solidFill>
                  <a:schemeClr val="dk1"/>
                </a:solidFill>
                <a:latin typeface="Arial"/>
                <a:ea typeface="Arial"/>
                <a:cs typeface="Arial"/>
                <a:sym typeface="Arial"/>
              </a:rPr>
              <a:t>Introdução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800"/>
              <a:buFont typeface="Arial"/>
              <a:buNone/>
            </a:pPr>
            <a:r>
              <a:rPr b="0" i="0" lang="pt-BR" sz="4800" u="none" cap="none" strike="noStrike">
                <a:solidFill>
                  <a:schemeClr val="dk1"/>
                </a:solidFill>
                <a:latin typeface="Arial"/>
                <a:ea typeface="Arial"/>
                <a:cs typeface="Arial"/>
                <a:sym typeface="Arial"/>
              </a:rPr>
              <a:t>O Transtorno do Espectro Autista (TEA) é um distúrbio do neurodesenvolvimento que altera a comunicação, a interação social e o comportamento. No nível 3, o mais grave, o paciente necessita de apoio muito substancial: a comunicação verbal é limitada, há comportamentos repetitivos e alterações no processamento sensorial, o que torna o atendimento odontológico um desafio para toda a equipe.</a:t>
            </a:r>
            <a:endParaRPr b="0" i="0" sz="1400" u="none" cap="none" strike="noStrike">
              <a:solidFill>
                <a:srgbClr val="000000"/>
              </a:solidFill>
              <a:latin typeface="Arial"/>
              <a:ea typeface="Arial"/>
              <a:cs typeface="Arial"/>
              <a:sym typeface="Arial"/>
            </a:endParaRPr>
          </a:p>
        </p:txBody>
      </p:sp>
      <p:sp>
        <p:nvSpPr>
          <p:cNvPr id="94" name="Google Shape;94;h3c4b9edaebb761c2_0_0"/>
          <p:cNvSpPr txBox="1"/>
          <p:nvPr/>
        </p:nvSpPr>
        <p:spPr>
          <a:xfrm>
            <a:off x="754332" y="14400000"/>
            <a:ext cx="31016700" cy="2184600"/>
          </a:xfrm>
          <a:prstGeom prst="rect">
            <a:avLst/>
          </a:prstGeom>
          <a:noFill/>
          <a:ln>
            <a:noFill/>
          </a:ln>
        </p:spPr>
        <p:txBody>
          <a:bodyPr anchorCtr="0" anchor="t" bIns="75600" lIns="151200" spcFirstLastPara="1" rIns="151200" wrap="square" tIns="75600">
            <a:spAutoFit/>
          </a:bodyPr>
          <a:lstStyle/>
          <a:p>
            <a:pPr indent="0" lvl="0" marL="0" marR="0" rtl="0" algn="just">
              <a:lnSpc>
                <a:spcPct val="100000"/>
              </a:lnSpc>
              <a:spcBef>
                <a:spcPts val="0"/>
              </a:spcBef>
              <a:spcAft>
                <a:spcPts val="0"/>
              </a:spcAft>
              <a:buClr>
                <a:srgbClr val="000000"/>
              </a:buClr>
              <a:buSzPts val="6600"/>
              <a:buFont typeface="Arial"/>
              <a:buNone/>
            </a:pPr>
            <a:r>
              <a:rPr b="1" i="0" lang="pt-BR" sz="6600" u="none" cap="none" strike="noStrike">
                <a:solidFill>
                  <a:schemeClr val="dk1"/>
                </a:solidFill>
                <a:latin typeface="Arial"/>
                <a:ea typeface="Arial"/>
                <a:cs typeface="Arial"/>
                <a:sym typeface="Arial"/>
              </a:rPr>
              <a:t>Revisão de Literatura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800"/>
              <a:buFont typeface="Arial"/>
              <a:buNone/>
            </a:pPr>
            <a:r>
              <a:rPr b="0" i="0" lang="pt-BR" sz="4800" u="none" cap="none" strike="noStrike">
                <a:solidFill>
                  <a:schemeClr val="dk1"/>
                </a:solidFill>
                <a:latin typeface="Arial"/>
                <a:ea typeface="Arial"/>
                <a:cs typeface="Arial"/>
                <a:sym typeface="Arial"/>
              </a:rPr>
              <a:t>A associação do TEA ao Transtorno de Déficit de Atenção e Hiperatividade (TDAH) e ao Transtorno de Ansiedade Generalizada (TAG) é frequente e reduz ainda mais a colaboração na cadeira odontológica. Esses pacientes apresentam maior risco de cárie e de doença periodontal, pois a higiene bucal depende do cuidador, a dieta costuma ser seletiva e cariogênica e os psicofármacos reduzem o fluxo salivar.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800"/>
              <a:buFont typeface="Arial"/>
              <a:buNone/>
            </a:pPr>
            <a:r>
              <a:rPr b="0" i="0" lang="pt-BR" sz="4800" u="none" cap="none" strike="noStrike">
                <a:solidFill>
                  <a:schemeClr val="dk1"/>
                </a:solidFill>
                <a:latin typeface="Arial"/>
                <a:ea typeface="Arial"/>
                <a:cs typeface="Arial"/>
                <a:sym typeface="Arial"/>
              </a:rPr>
              <a:t>A colaboração é construída, e não obtida de imediato. A anamnese deve ser detalhada com o responsável, identificando a rotina, a comunicação e os estímulos que causam desconforto. As consultas devem ser curtas, no mesmo horário, sala e equipe, sendo a primeira apenas de adaptação. A dessensibilização, o dizer-mostrar-fazer, a pedagogia visual com pranchas e agendas de figuras, a modelagem por vídeo e o reforço positivo aumentam a cooperação e reduzem o número de consultas necessárias. A adaptação sensorial do ambiente, com redução de luz, ruído e odores, diminui o estresse fisiológico e comportamental. Contenção protetora, sedação e anestesia geral ficam reservadas à falha do manejo básico.</a:t>
            </a:r>
            <a:endParaRPr b="0" i="0" sz="1400" u="none" cap="none" strike="noStrike">
              <a:solidFill>
                <a:srgbClr val="000000"/>
              </a:solidFill>
              <a:latin typeface="Arial"/>
              <a:ea typeface="Arial"/>
              <a:cs typeface="Arial"/>
              <a:sym typeface="Arial"/>
            </a:endParaRPr>
          </a:p>
        </p:txBody>
      </p:sp>
      <p:sp>
        <p:nvSpPr>
          <p:cNvPr id="95" name="Google Shape;95;h3c4b9edaebb761c2_0_0"/>
          <p:cNvSpPr txBox="1"/>
          <p:nvPr/>
        </p:nvSpPr>
        <p:spPr>
          <a:xfrm>
            <a:off x="3890593" y="6408000"/>
            <a:ext cx="25202700" cy="1323600"/>
          </a:xfrm>
          <a:prstGeom prst="rect">
            <a:avLst/>
          </a:prstGeom>
          <a:noFill/>
          <a:ln>
            <a:noFill/>
          </a:ln>
        </p:spPr>
        <p:txBody>
          <a:bodyPr anchorCtr="0" anchor="t" bIns="45700" lIns="91425" spcFirstLastPara="1" rIns="91425" wrap="square" tIns="45700">
            <a:spAutoFit/>
          </a:bodyPr>
          <a:lstStyle/>
          <a:p>
            <a:pPr indent="0" lvl="0" marL="0" marR="0" rtl="0" algn="ctr">
              <a:lnSpc>
                <a:spcPct val="107000"/>
              </a:lnSpc>
              <a:spcBef>
                <a:spcPts val="0"/>
              </a:spcBef>
              <a:spcAft>
                <a:spcPts val="0"/>
              </a:spcAft>
              <a:buClr>
                <a:srgbClr val="000000"/>
              </a:buClr>
              <a:buSzPts val="8000"/>
              <a:buFont typeface="Arial"/>
              <a:buNone/>
            </a:pPr>
            <a:r>
              <a:rPr b="1" i="0" lang="pt-BR" sz="8000" u="none" cap="none" strike="noStrike">
                <a:solidFill>
                  <a:srgbClr val="000066"/>
                </a:solidFill>
                <a:latin typeface="Arial"/>
                <a:ea typeface="Arial"/>
                <a:cs typeface="Arial"/>
                <a:sym typeface="Arial"/>
              </a:rPr>
              <a:t>MANEJO ODONTOLÓGICO DO PACIENTE COM TEA NÍVEL 3, TDAH E TAG</a:t>
            </a:r>
            <a:endParaRPr b="0" i="0" sz="1400" u="none" cap="none" strike="noStrike">
              <a:solidFill>
                <a:srgbClr val="000000"/>
              </a:solidFill>
              <a:latin typeface="Arial"/>
              <a:ea typeface="Arial"/>
              <a:cs typeface="Arial"/>
              <a:sym typeface="Arial"/>
            </a:endParaRPr>
          </a:p>
        </p:txBody>
      </p:sp>
      <p:pic>
        <p:nvPicPr>
          <p:cNvPr id="97" name="Google Shape;97;h3c4b9edaebb761c2_0_0"/>
          <p:cNvPicPr preferRelativeResize="0"/>
          <p:nvPr/>
        </p:nvPicPr>
        <p:blipFill rotWithShape="1">
          <a:blip r:embed="rId4">
            <a:alphaModFix/>
          </a:blip>
          <a:srcRect b="0" l="0" r="0" t="0"/>
          <a:stretch/>
        </p:blipFill>
        <p:spPr>
          <a:xfrm>
            <a:off x="26424776" y="466850"/>
            <a:ext cx="5005376" cy="5005376"/>
          </a:xfrm>
          <a:prstGeom prst="rect">
            <a:avLst/>
          </a:prstGeom>
          <a:noFill/>
          <a:ln>
            <a:noFill/>
          </a:ln>
        </p:spPr>
      </p:pic>
      <p:sp>
        <p:nvSpPr>
          <p:cNvPr id="98" name="Google Shape;98;h3c4b9edaebb761c2_0_0"/>
          <p:cNvSpPr txBox="1"/>
          <p:nvPr/>
        </p:nvSpPr>
        <p:spPr>
          <a:xfrm>
            <a:off x="715610" y="33480000"/>
            <a:ext cx="31535700" cy="2923200"/>
          </a:xfrm>
          <a:prstGeom prst="rect">
            <a:avLst/>
          </a:prstGeom>
          <a:noFill/>
          <a:ln>
            <a:noFill/>
          </a:ln>
        </p:spPr>
        <p:txBody>
          <a:bodyPr anchorCtr="0" anchor="t" bIns="75600" lIns="151200" spcFirstLastPara="1" rIns="151200" wrap="square" tIns="75600">
            <a:spAutoFit/>
          </a:bodyPr>
          <a:lstStyle/>
          <a:p>
            <a:pPr indent="0" lvl="0" marL="0" marR="0" rtl="0" algn="just">
              <a:lnSpc>
                <a:spcPct val="100000"/>
              </a:lnSpc>
              <a:spcBef>
                <a:spcPts val="0"/>
              </a:spcBef>
              <a:spcAft>
                <a:spcPts val="0"/>
              </a:spcAft>
              <a:buClr>
                <a:srgbClr val="000000"/>
              </a:buClr>
              <a:buSzPts val="6600"/>
              <a:buFont typeface="Arial"/>
              <a:buNone/>
            </a:pPr>
            <a:r>
              <a:rPr b="1" i="0" lang="pt-BR" sz="6600" u="none" cap="none" strike="noStrike">
                <a:solidFill>
                  <a:schemeClr val="dk1"/>
                </a:solidFill>
                <a:latin typeface="Arial"/>
                <a:ea typeface="Arial"/>
                <a:cs typeface="Arial"/>
                <a:sym typeface="Arial"/>
              </a:rPr>
              <a:t>Conclusão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800"/>
              <a:buFont typeface="Arial"/>
              <a:buNone/>
            </a:pPr>
            <a:r>
              <a:rPr b="0" i="0" lang="pt-BR" sz="4800" u="none" cap="none" strike="noStrike">
                <a:solidFill>
                  <a:schemeClr val="dk1"/>
                </a:solidFill>
                <a:latin typeface="Arial"/>
                <a:ea typeface="Arial"/>
                <a:cs typeface="Arial"/>
                <a:sym typeface="Arial"/>
              </a:rPr>
              <a:t>Não existe protocolo único para o paciente com TEA. O sucesso do atendimento depende da individualização, da previsibilidade, da capacitação da equipe e do vínculo com a família. A ênfase na prevenção reduz a necessidade de contenção, sedação e anestesia geral.</a:t>
            </a:r>
            <a:endParaRPr b="0" i="0" sz="1400" u="none" cap="none" strike="noStrike">
              <a:solidFill>
                <a:srgbClr val="000000"/>
              </a:solidFill>
              <a:latin typeface="Arial"/>
              <a:ea typeface="Arial"/>
              <a:cs typeface="Arial"/>
              <a:sym typeface="Arial"/>
            </a:endParaRPr>
          </a:p>
        </p:txBody>
      </p:sp>
      <p:pic>
        <p:nvPicPr>
          <p:cNvPr id="99" name="Google Shape;99;h3c4b9edaebb761c2_0_0" title="logo_jcam_fundo_transparente.png"/>
          <p:cNvPicPr preferRelativeResize="0"/>
          <p:nvPr/>
        </p:nvPicPr>
        <p:blipFill>
          <a:blip r:embed="rId5">
            <a:alphaModFix/>
          </a:blip>
          <a:stretch>
            <a:fillRect/>
          </a:stretch>
        </p:blipFill>
        <p:spPr>
          <a:xfrm>
            <a:off x="243700" y="244425"/>
            <a:ext cx="9993301" cy="6061126"/>
          </a:xfrm>
          <a:prstGeom prst="rect">
            <a:avLst/>
          </a:prstGeom>
          <a:noFill/>
          <a:ln>
            <a:noFill/>
          </a:ln>
        </p:spPr>
      </p:pic>
      <p:sp>
        <p:nvSpPr>
          <p:cNvPr id="100" name="Moldura foto 1"/>
          <p:cNvSpPr txBox="1"/>
          <p:nvPr/>
        </p:nvSpPr>
        <p:spPr>
          <a:xfrm>
            <a:off x="720000" y="24480000"/>
            <a:ext cx="9540000" cy="7560000"/>
          </a:xfrm>
          <a:prstGeom prst="rect">
            <a:avLst/>
          </a:prstGeom>
          <a:solidFill>
            <a:srgbClr val="FFFFFF">
              <a:alpha val="55000"/>
            </a:srgbClr>
          </a:solidFill>
          <a:ln w="28575">
            <a:solidFill>
              <a:srgbClr val="000066"/>
            </a:solidFill>
            <a:prstDash val="dash"/>
          </a:ln>
        </p:spPr>
        <p:txBody>
          <a:bodyPr anchor="ctr" wrap="square" lIns="91425" rIns="91425" tIns="45700" bIns="45700"/>
          <a:lstStyle/>
          <a:p>
            <a:pPr algn="ctr">
              <a:buNone/>
            </a:pPr>
            <a:r>
              <a:rPr lang="pt-BR" sz="3600" b="0" i="0">
                <a:solidFill>
                  <a:srgbClr val="000066"/>
                </a:solidFill>
                <a:latin typeface="Arial"/>
                <a:ea typeface="Arial"/>
                <a:cs typeface="Arial"/>
              </a:rPr>
              <a:t>INSIRA A FOTO 1</a:t>
            </a:r>
          </a:p>
        </p:txBody>
      </p:sp>
      <p:sp>
        <p:nvSpPr>
          <p:cNvPr id="101" name="Moldura foto 2"/>
          <p:cNvSpPr txBox="1"/>
          <p:nvPr/>
        </p:nvSpPr>
        <p:spPr>
          <a:xfrm>
            <a:off x="11430000" y="24480000"/>
            <a:ext cx="9540000" cy="7560000"/>
          </a:xfrm>
          <a:prstGeom prst="rect">
            <a:avLst/>
          </a:prstGeom>
          <a:solidFill>
            <a:srgbClr val="FFFFFF">
              <a:alpha val="55000"/>
            </a:srgbClr>
          </a:solidFill>
          <a:ln w="28575">
            <a:solidFill>
              <a:srgbClr val="000066"/>
            </a:solidFill>
            <a:prstDash val="dash"/>
          </a:ln>
        </p:spPr>
        <p:txBody>
          <a:bodyPr anchor="ctr" wrap="square" lIns="91425" rIns="91425" tIns="45700" bIns="45700"/>
          <a:lstStyle/>
          <a:p>
            <a:pPr algn="ctr">
              <a:buNone/>
            </a:pPr>
            <a:r>
              <a:rPr lang="pt-BR" sz="3600" b="0" i="0">
                <a:solidFill>
                  <a:srgbClr val="000066"/>
                </a:solidFill>
                <a:latin typeface="Arial"/>
                <a:ea typeface="Arial"/>
                <a:cs typeface="Arial"/>
              </a:rPr>
              <a:t>INSIRA A FOTO 2</a:t>
            </a:r>
          </a:p>
        </p:txBody>
      </p:sp>
      <p:sp>
        <p:nvSpPr>
          <p:cNvPr id="102" name="Moldura foto 3"/>
          <p:cNvSpPr txBox="1"/>
          <p:nvPr/>
        </p:nvSpPr>
        <p:spPr>
          <a:xfrm>
            <a:off x="22140000" y="24480000"/>
            <a:ext cx="9540000" cy="7560000"/>
          </a:xfrm>
          <a:prstGeom prst="rect">
            <a:avLst/>
          </a:prstGeom>
          <a:solidFill>
            <a:srgbClr val="FFFFFF">
              <a:alpha val="55000"/>
            </a:srgbClr>
          </a:solidFill>
          <a:ln w="28575">
            <a:solidFill>
              <a:srgbClr val="000066"/>
            </a:solidFill>
            <a:prstDash val="dash"/>
          </a:ln>
        </p:spPr>
        <p:txBody>
          <a:bodyPr anchor="ctr" wrap="square" lIns="91425" rIns="91425" tIns="45700" bIns="45700"/>
          <a:lstStyle/>
          <a:p>
            <a:pPr algn="ctr">
              <a:buNone/>
            </a:pPr>
            <a:r>
              <a:rPr lang="pt-BR" sz="3600" b="0" i="0">
                <a:solidFill>
                  <a:srgbClr val="000066"/>
                </a:solidFill>
                <a:latin typeface="Arial"/>
                <a:ea typeface="Arial"/>
                <a:cs typeface="Arial"/>
              </a:rPr>
              <a:t>INSIRA A FOTO 3</a:t>
            </a:r>
          </a:p>
        </p:txBody>
      </p:sp>
      <p:sp>
        <p:nvSpPr>
          <p:cNvPr id="103" name="Legenda 1"/>
          <p:cNvSpPr txBox="1"/>
          <p:nvPr/>
        </p:nvSpPr>
        <p:spPr>
          <a:xfrm>
            <a:off x="720000" y="32220000"/>
            <a:ext cx="9540000" cy="864000"/>
          </a:xfrm>
          <a:prstGeom prst="rect">
            <a:avLst/>
          </a:prstGeom>
          <a:noFill/>
        </p:spPr>
        <p:txBody>
          <a:bodyPr anchor="t" wrap="square" lIns="91425" rIns="91425" tIns="45700" bIns="45700"/>
          <a:lstStyle/>
          <a:p>
            <a:pPr algn="ctr">
              <a:buNone/>
            </a:pPr>
            <a:r>
              <a:rPr lang="pt-BR" sz="2400" b="0" i="0">
                <a:solidFill>
                  <a:srgbClr val="000066"/>
                </a:solidFill>
                <a:latin typeface="Arial"/>
                <a:ea typeface="Arial"/>
                <a:cs typeface="Arial"/>
              </a:rPr>
              <a:t>Fig. 1 - Condicionamento da paciente antes do atendimento</a:t>
            </a:r>
          </a:p>
        </p:txBody>
      </p:sp>
      <p:sp>
        <p:nvSpPr>
          <p:cNvPr id="104" name="Legenda 2"/>
          <p:cNvSpPr txBox="1"/>
          <p:nvPr/>
        </p:nvSpPr>
        <p:spPr>
          <a:xfrm>
            <a:off x="11430000" y="32220000"/>
            <a:ext cx="9540000" cy="864000"/>
          </a:xfrm>
          <a:prstGeom prst="rect">
            <a:avLst/>
          </a:prstGeom>
          <a:noFill/>
        </p:spPr>
        <p:txBody>
          <a:bodyPr anchor="t" wrap="square" lIns="91425" rIns="91425" tIns="45700" bIns="45700"/>
          <a:lstStyle/>
          <a:p>
            <a:pPr algn="ctr">
              <a:buNone/>
            </a:pPr>
            <a:r>
              <a:rPr lang="pt-BR" sz="2400" b="0" i="0">
                <a:solidFill>
                  <a:srgbClr val="000066"/>
                </a:solidFill>
                <a:latin typeface="Arial"/>
                <a:ea typeface="Arial"/>
                <a:cs typeface="Arial"/>
              </a:rPr>
              <a:t>Fig. 2 - Pedagogia visual durante a consulta</a:t>
            </a:r>
          </a:p>
        </p:txBody>
      </p:sp>
      <p:sp>
        <p:nvSpPr>
          <p:cNvPr id="105" name="Legenda 3"/>
          <p:cNvSpPr txBox="1"/>
          <p:nvPr/>
        </p:nvSpPr>
        <p:spPr>
          <a:xfrm>
            <a:off x="22140000" y="32220000"/>
            <a:ext cx="9540000" cy="864000"/>
          </a:xfrm>
          <a:prstGeom prst="rect">
            <a:avLst/>
          </a:prstGeom>
          <a:noFill/>
        </p:spPr>
        <p:txBody>
          <a:bodyPr anchor="t" wrap="square" lIns="91425" rIns="91425" tIns="45700" bIns="45700"/>
          <a:lstStyle/>
          <a:p>
            <a:pPr algn="ctr">
              <a:buNone/>
            </a:pPr>
            <a:r>
              <a:rPr lang="pt-BR" sz="2400" b="0" i="0">
                <a:solidFill>
                  <a:srgbClr val="000066"/>
                </a:solidFill>
                <a:latin typeface="Arial"/>
                <a:ea typeface="Arial"/>
                <a:cs typeface="Arial"/>
              </a:rPr>
              <a:t>Fig. 3 - Adequação do meio bucal</a:t>
            </a: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ereno">
  <a:themeElements>
    <a:clrScheme name="">
      <a:dk1>
        <a:srgbClr val="333333"/>
      </a:dk1>
      <a:lt1>
        <a:srgbClr val="A9BDA9"/>
      </a:lt1>
      <a:dk2>
        <a:srgbClr val="004C2B"/>
      </a:dk2>
      <a:lt2>
        <a:srgbClr val="578963"/>
      </a:lt2>
      <a:accent1>
        <a:srgbClr val="FFCCCC"/>
      </a:accent1>
      <a:accent2>
        <a:srgbClr val="B3E1B3"/>
      </a:accent2>
      <a:accent3>
        <a:srgbClr val="D1DBD1"/>
      </a:accent3>
      <a:accent4>
        <a:srgbClr val="2A2A2A"/>
      </a:accent4>
      <a:accent5>
        <a:srgbClr val="FFE2E2"/>
      </a:accent5>
      <a:accent6>
        <a:srgbClr val="A2CCA2"/>
      </a:accent6>
      <a:hlink>
        <a:srgbClr val="BDD7E5"/>
      </a:hlink>
      <a:folHlink>
        <a:srgbClr val="D2AAD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2001-04-12T15:26:35Z</dcterms:created>
  <dc:creator>UNIP</dc:creator>
</cp:coreProperties>
</file>