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43205400" cx="324040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608">
          <p15:clr>
            <a:srgbClr val="A4A3A4"/>
          </p15:clr>
        </p15:guide>
        <p15:guide id="2" pos="10206">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7" roundtripDataSignature="AMtx7miPT/1dPc4+CinvsbnrEvB0ENvj+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608" orient="horz"/>
        <p:guide pos="10206"/>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9pPr>
          </a:lstStyle>
          <a:p/>
        </p:txBody>
      </p:sp>
      <p:sp>
        <p:nvSpPr>
          <p:cNvPr id="5" name="Google Shape;5;n"/>
          <p:cNvSpPr/>
          <p:nvPr>
            <p:ph idx="3" type="sldImg"/>
          </p:nvPr>
        </p:nvSpPr>
        <p:spPr>
          <a:xfrm>
            <a:off x="2143125" y="685800"/>
            <a:ext cx="257175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1pPr>
            <a:lvl2pPr indent="-228600" lvl="1" marL="9144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2pPr>
            <a:lvl3pPr indent="-228600" lvl="2" marL="13716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3pPr>
            <a:lvl4pPr indent="-228600" lvl="3" marL="18288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4pPr>
            <a:lvl5pPr indent="-228600" lvl="4" marL="22860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pt-BR" sz="1200" u="none" cap="none" strike="noStrike">
                <a:solidFill>
                  <a:schemeClr val="dk1"/>
                </a:solidFill>
                <a:latin typeface="Times New Roman"/>
                <a:ea typeface="Times New Roman"/>
                <a:cs typeface="Times New Roman"/>
                <a:sym typeface="Times New Roman"/>
              </a:rPr>
              <a:t>‹#›</a:t>
            </a:fld>
            <a:endParaRPr b="0" i="0" sz="1200" u="none" cap="none" strike="noStrike">
              <a:solidFill>
                <a:schemeClr val="dk1"/>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h3c4b9edaebb761c2_0_0:notes"/>
          <p:cNvSpPr/>
          <p:nvPr>
            <p:ph idx="2" type="sldImg"/>
          </p:nvPr>
        </p:nvSpPr>
        <p:spPr>
          <a:xfrm>
            <a:off x="2143125" y="685800"/>
            <a:ext cx="25719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h3c4b9edaebb761c2_0_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360"/>
              </a:spcBef>
              <a:spcAft>
                <a:spcPts val="0"/>
              </a:spcAft>
              <a:buNone/>
            </a:pPr>
            <a:r>
              <a:t/>
            </a:r>
            <a:endParaRPr/>
          </a:p>
        </p:txBody>
      </p:sp>
      <p:sp>
        <p:nvSpPr>
          <p:cNvPr id="88" name="Google Shape;88;h3c4b9edaebb761c2_0_0:notes"/>
          <p:cNvSpPr txBox="1"/>
          <p:nvPr>
            <p:ph idx="12" type="sldNum"/>
          </p:nvPr>
        </p:nvSpPr>
        <p:spPr>
          <a:xfrm>
            <a:off x="3886200" y="8686800"/>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pt-B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m branco" type="blank">
  <p:cSld name="BLANK">
    <p:spTree>
      <p:nvGrpSpPr>
        <p:cNvPr id="15" name="Shape 15"/>
        <p:cNvGrpSpPr/>
        <p:nvPr/>
      </p:nvGrpSpPr>
      <p:grpSpPr>
        <a:xfrm>
          <a:off x="0" y="0"/>
          <a:ext cx="0" cy="0"/>
          <a:chOff x="0" y="0"/>
          <a:chExt cx="0" cy="0"/>
        </a:xfrm>
      </p:grpSpPr>
      <p:sp>
        <p:nvSpPr>
          <p:cNvPr id="16" name="Google Shape;16;p3"/>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3"/>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type="title">
  <p:cSld name="TITLE">
    <p:spTree>
      <p:nvGrpSpPr>
        <p:cNvPr id="19" name="Shape 19"/>
        <p:cNvGrpSpPr/>
        <p:nvPr/>
      </p:nvGrpSpPr>
      <p:grpSpPr>
        <a:xfrm>
          <a:off x="0" y="0"/>
          <a:ext cx="0" cy="0"/>
          <a:chOff x="0" y="0"/>
          <a:chExt cx="0" cy="0"/>
        </a:xfrm>
      </p:grpSpPr>
      <p:sp>
        <p:nvSpPr>
          <p:cNvPr id="20" name="Google Shape;20;p4"/>
          <p:cNvSpPr/>
          <p:nvPr/>
        </p:nvSpPr>
        <p:spPr>
          <a:xfrm>
            <a:off x="2447925" y="21043900"/>
            <a:ext cx="27120850" cy="3060700"/>
          </a:xfrm>
          <a:custGeom>
            <a:rect b="b" l="l" r="r" t="t"/>
            <a:pathLst>
              <a:path extrusionOk="0" h="479" w="4128">
                <a:moveTo>
                  <a:pt x="163" y="200"/>
                </a:moveTo>
                <a:cubicBezTo>
                  <a:pt x="163" y="200"/>
                  <a:pt x="2054" y="0"/>
                  <a:pt x="4128" y="200"/>
                </a:cubicBezTo>
                <a:cubicBezTo>
                  <a:pt x="4128" y="200"/>
                  <a:pt x="4128" y="314"/>
                  <a:pt x="4128" y="429"/>
                </a:cubicBezTo>
                <a:cubicBezTo>
                  <a:pt x="2371" y="200"/>
                  <a:pt x="688" y="479"/>
                  <a:pt x="0" y="441"/>
                </a:cubicBezTo>
                <a:lnTo>
                  <a:pt x="163" y="200"/>
                </a:lnTo>
                <a:close/>
              </a:path>
            </a:pathLst>
          </a:custGeom>
          <a:solidFill>
            <a:schemeClr val="hlink">
              <a:alpha val="49804"/>
            </a:schemeClr>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Times New Roman"/>
              <a:ea typeface="Times New Roman"/>
              <a:cs typeface="Times New Roman"/>
              <a:sym typeface="Times New Roman"/>
            </a:endParaRPr>
          </a:p>
        </p:txBody>
      </p:sp>
      <p:sp>
        <p:nvSpPr>
          <p:cNvPr id="21" name="Google Shape;21;p4"/>
          <p:cNvSpPr txBox="1"/>
          <p:nvPr>
            <p:ph type="ctrTitle"/>
          </p:nvPr>
        </p:nvSpPr>
        <p:spPr>
          <a:xfrm>
            <a:off x="2430463" y="14401800"/>
            <a:ext cx="2754312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4"/>
          <p:cNvSpPr txBox="1"/>
          <p:nvPr>
            <p:ph idx="1" type="subTitle"/>
          </p:nvPr>
        </p:nvSpPr>
        <p:spPr>
          <a:xfrm>
            <a:off x="4860925" y="24482425"/>
            <a:ext cx="22682200" cy="11042650"/>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000"/>
              </a:spcBef>
              <a:spcAft>
                <a:spcPts val="0"/>
              </a:spcAft>
              <a:buSzPts val="15000"/>
              <a:buFont typeface="Arial"/>
              <a:buNone/>
              <a:defRPr/>
            </a:lvl1pPr>
            <a:lvl2pPr lvl="1" algn="l">
              <a:lnSpc>
                <a:spcPct val="100000"/>
              </a:lnSpc>
              <a:spcBef>
                <a:spcPts val="360"/>
              </a:spcBef>
              <a:spcAft>
                <a:spcPts val="0"/>
              </a:spcAft>
              <a:buSzPts val="900"/>
              <a:buChar char="●"/>
              <a:defRPr/>
            </a:lvl2pPr>
            <a:lvl3pPr lvl="2" algn="l">
              <a:lnSpc>
                <a:spcPct val="100000"/>
              </a:lnSpc>
              <a:spcBef>
                <a:spcPts val="360"/>
              </a:spcBef>
              <a:spcAft>
                <a:spcPts val="0"/>
              </a:spcAft>
              <a:buClr>
                <a:schemeClr val="dk1"/>
              </a:buClr>
              <a:buSzPts val="1800"/>
              <a:buChar char="•"/>
              <a:defRPr/>
            </a:lvl3pPr>
            <a:lvl4pPr lvl="3" algn="l">
              <a:lnSpc>
                <a:spcPct val="100000"/>
              </a:lnSpc>
              <a:spcBef>
                <a:spcPts val="360"/>
              </a:spcBef>
              <a:spcAft>
                <a:spcPts val="0"/>
              </a:spcAft>
              <a:buClr>
                <a:schemeClr val="dk1"/>
              </a:buClr>
              <a:buSzPts val="1800"/>
              <a:buChar char="–"/>
              <a:defRPr/>
            </a:lvl4pPr>
            <a:lvl5pPr lvl="4" algn="l">
              <a:lnSpc>
                <a:spcPct val="100000"/>
              </a:lnSpc>
              <a:spcBef>
                <a:spcPts val="360"/>
              </a:spcBef>
              <a:spcAft>
                <a:spcPts val="0"/>
              </a:spcAft>
              <a:buClr>
                <a:schemeClr val="dk1"/>
              </a:buClr>
              <a:buSzPts val="1800"/>
              <a:buChar char="»"/>
              <a:defRPr/>
            </a:lvl5pPr>
            <a:lvl6pPr lvl="5" algn="l">
              <a:lnSpc>
                <a:spcPct val="100000"/>
              </a:lnSpc>
              <a:spcBef>
                <a:spcPts val="360"/>
              </a:spcBef>
              <a:spcAft>
                <a:spcPts val="0"/>
              </a:spcAft>
              <a:buClr>
                <a:schemeClr val="dk1"/>
              </a:buClr>
              <a:buSzPts val="1800"/>
              <a:buChar char="»"/>
              <a:defRPr/>
            </a:lvl6pPr>
            <a:lvl7pPr lvl="6" algn="l">
              <a:lnSpc>
                <a:spcPct val="100000"/>
              </a:lnSpc>
              <a:spcBef>
                <a:spcPts val="360"/>
              </a:spcBef>
              <a:spcAft>
                <a:spcPts val="0"/>
              </a:spcAft>
              <a:buClr>
                <a:schemeClr val="dk1"/>
              </a:buClr>
              <a:buSzPts val="1800"/>
              <a:buChar char="»"/>
              <a:defRPr/>
            </a:lvl7pPr>
            <a:lvl8pPr lvl="7" algn="l">
              <a:lnSpc>
                <a:spcPct val="100000"/>
              </a:lnSpc>
              <a:spcBef>
                <a:spcPts val="360"/>
              </a:spcBef>
              <a:spcAft>
                <a:spcPts val="0"/>
              </a:spcAft>
              <a:buClr>
                <a:schemeClr val="dk1"/>
              </a:buClr>
              <a:buSzPts val="1800"/>
              <a:buChar char="»"/>
              <a:defRPr/>
            </a:lvl8pPr>
            <a:lvl9pPr lvl="8" algn="l">
              <a:lnSpc>
                <a:spcPct val="100000"/>
              </a:lnSpc>
              <a:spcBef>
                <a:spcPts val="360"/>
              </a:spcBef>
              <a:spcAft>
                <a:spcPts val="0"/>
              </a:spcAft>
              <a:buClr>
                <a:schemeClr val="dk1"/>
              </a:buClr>
              <a:buSzPts val="1800"/>
              <a:buChar char="»"/>
              <a:defRPr/>
            </a:lvl9pPr>
          </a:lstStyle>
          <a:p/>
        </p:txBody>
      </p:sp>
      <p:sp>
        <p:nvSpPr>
          <p:cNvPr id="23" name="Google Shape;23;p4"/>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solidFill>
                  <a:srgbClr val="578963"/>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4"/>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solidFill>
                  <a:srgbClr val="578963"/>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rgbClr val="578963"/>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conteúdo" type="obj">
  <p:cSld name="OBJECT">
    <p:spTree>
      <p:nvGrpSpPr>
        <p:cNvPr id="26" name="Shape 26"/>
        <p:cNvGrpSpPr/>
        <p:nvPr/>
      </p:nvGrpSpPr>
      <p:grpSpPr>
        <a:xfrm>
          <a:off x="0" y="0"/>
          <a:ext cx="0" cy="0"/>
          <a:chOff x="0" y="0"/>
          <a:chExt cx="0" cy="0"/>
        </a:xfrm>
      </p:grpSpPr>
      <p:sp>
        <p:nvSpPr>
          <p:cNvPr id="27" name="Google Shape;27;p5"/>
          <p:cNvSpPr txBox="1"/>
          <p:nvPr>
            <p:ph type="title"/>
          </p:nvPr>
        </p:nvSpPr>
        <p:spPr>
          <a:xfrm>
            <a:off x="2430463" y="2879725"/>
            <a:ext cx="2754312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5"/>
          <p:cNvSpPr txBox="1"/>
          <p:nvPr>
            <p:ph idx="1" type="body"/>
          </p:nvPr>
        </p:nvSpPr>
        <p:spPr>
          <a:xfrm>
            <a:off x="2430463" y="12480925"/>
            <a:ext cx="27543125" cy="25923875"/>
          </a:xfrm>
          <a:prstGeom prst="rect">
            <a:avLst/>
          </a:prstGeom>
          <a:noFill/>
          <a:ln>
            <a:noFill/>
          </a:ln>
        </p:spPr>
        <p:txBody>
          <a:bodyPr anchorCtr="0" anchor="t" bIns="215975" lIns="431975" spcFirstLastPara="1" rIns="431975" wrap="square" tIns="215975">
            <a:noAutofit/>
          </a:bodyPr>
          <a:lstStyle>
            <a:lvl1pPr indent="-342900" lvl="0" marL="457200" algn="l">
              <a:lnSpc>
                <a:spcPct val="100000"/>
              </a:lnSpc>
              <a:spcBef>
                <a:spcPts val="360"/>
              </a:spcBef>
              <a:spcAft>
                <a:spcPts val="0"/>
              </a:spcAft>
              <a:buSzPts val="1800"/>
              <a:buChar char="●"/>
              <a:defRPr/>
            </a:lvl1pPr>
            <a:lvl2pPr indent="-285750" lvl="1" marL="914400" algn="l">
              <a:lnSpc>
                <a:spcPct val="100000"/>
              </a:lnSpc>
              <a:spcBef>
                <a:spcPts val="360"/>
              </a:spcBef>
              <a:spcAft>
                <a:spcPts val="0"/>
              </a:spcAft>
              <a:buSzPts val="9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9" name="Google Shape;29;p5"/>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5"/>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beçalho da Seção" type="secHead">
  <p:cSld name="SECTION_HEADER">
    <p:spTree>
      <p:nvGrpSpPr>
        <p:cNvPr id="32" name="Shape 32"/>
        <p:cNvGrpSpPr/>
        <p:nvPr/>
      </p:nvGrpSpPr>
      <p:grpSpPr>
        <a:xfrm>
          <a:off x="0" y="0"/>
          <a:ext cx="0" cy="0"/>
          <a:chOff x="0" y="0"/>
          <a:chExt cx="0" cy="0"/>
        </a:xfrm>
      </p:grpSpPr>
      <p:sp>
        <p:nvSpPr>
          <p:cNvPr id="33" name="Google Shape;33;p6"/>
          <p:cNvSpPr txBox="1"/>
          <p:nvPr>
            <p:ph type="title"/>
          </p:nvPr>
        </p:nvSpPr>
        <p:spPr>
          <a:xfrm>
            <a:off x="2559050" y="27763788"/>
            <a:ext cx="27544713" cy="8580437"/>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0"/>
              </a:spcBef>
              <a:spcAft>
                <a:spcPts val="0"/>
              </a:spcAft>
              <a:buSzPts val="1400"/>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6"/>
          <p:cNvSpPr txBox="1"/>
          <p:nvPr>
            <p:ph idx="1" type="body"/>
          </p:nvPr>
        </p:nvSpPr>
        <p:spPr>
          <a:xfrm>
            <a:off x="2559050" y="18311813"/>
            <a:ext cx="27544713" cy="9451975"/>
          </a:xfrm>
          <a:prstGeom prst="rect">
            <a:avLst/>
          </a:prstGeom>
          <a:noFill/>
          <a:ln>
            <a:noFill/>
          </a:ln>
        </p:spPr>
        <p:txBody>
          <a:bodyPr anchorCtr="0" anchor="b" bIns="215975" lIns="431975" spcFirstLastPara="1" rIns="431975" wrap="square" tIns="215975">
            <a:noAutofit/>
          </a:bodyPr>
          <a:lstStyle>
            <a:lvl1pPr indent="-228600" lvl="0" marL="457200" algn="l">
              <a:lnSpc>
                <a:spcPct val="100000"/>
              </a:lnSpc>
              <a:spcBef>
                <a:spcPts val="400"/>
              </a:spcBef>
              <a:spcAft>
                <a:spcPts val="0"/>
              </a:spcAft>
              <a:buSzPts val="2000"/>
              <a:buNone/>
              <a:defRPr sz="2000"/>
            </a:lvl1pPr>
            <a:lvl2pPr indent="-228600" lvl="1" marL="914400" algn="l">
              <a:lnSpc>
                <a:spcPct val="100000"/>
              </a:lnSpc>
              <a:spcBef>
                <a:spcPts val="360"/>
              </a:spcBef>
              <a:spcAft>
                <a:spcPts val="0"/>
              </a:spcAft>
              <a:buSzPts val="900"/>
              <a:buNone/>
              <a:defRPr sz="1800"/>
            </a:lvl2pPr>
            <a:lvl3pPr indent="-228600" lvl="2" marL="1371600" algn="l">
              <a:lnSpc>
                <a:spcPct val="100000"/>
              </a:lnSpc>
              <a:spcBef>
                <a:spcPts val="320"/>
              </a:spcBef>
              <a:spcAft>
                <a:spcPts val="0"/>
              </a:spcAft>
              <a:buClr>
                <a:schemeClr val="dk1"/>
              </a:buClr>
              <a:buSzPts val="1600"/>
              <a:buFont typeface="Times New Roman"/>
              <a:buNone/>
              <a:defRPr sz="1600"/>
            </a:lvl3pPr>
            <a:lvl4pPr indent="-228600" lvl="3" marL="1828800" algn="l">
              <a:lnSpc>
                <a:spcPct val="100000"/>
              </a:lnSpc>
              <a:spcBef>
                <a:spcPts val="280"/>
              </a:spcBef>
              <a:spcAft>
                <a:spcPts val="0"/>
              </a:spcAft>
              <a:buClr>
                <a:schemeClr val="dk1"/>
              </a:buClr>
              <a:buSzPts val="1400"/>
              <a:buFont typeface="Times New Roman"/>
              <a:buNone/>
              <a:defRPr sz="1400"/>
            </a:lvl4pPr>
            <a:lvl5pPr indent="-228600" lvl="4" marL="2286000" algn="l">
              <a:lnSpc>
                <a:spcPct val="100000"/>
              </a:lnSpc>
              <a:spcBef>
                <a:spcPts val="280"/>
              </a:spcBef>
              <a:spcAft>
                <a:spcPts val="0"/>
              </a:spcAft>
              <a:buClr>
                <a:schemeClr val="dk1"/>
              </a:buClr>
              <a:buSzPts val="1400"/>
              <a:buFont typeface="Times New Roman"/>
              <a:buNone/>
              <a:defRPr sz="1400"/>
            </a:lvl5pPr>
            <a:lvl6pPr indent="-228600" lvl="5" marL="2743200" algn="l">
              <a:lnSpc>
                <a:spcPct val="100000"/>
              </a:lnSpc>
              <a:spcBef>
                <a:spcPts val="280"/>
              </a:spcBef>
              <a:spcAft>
                <a:spcPts val="0"/>
              </a:spcAft>
              <a:buClr>
                <a:schemeClr val="dk1"/>
              </a:buClr>
              <a:buSzPts val="1400"/>
              <a:buFont typeface="Times New Roman"/>
              <a:buNone/>
              <a:defRPr sz="1400"/>
            </a:lvl6pPr>
            <a:lvl7pPr indent="-228600" lvl="6" marL="3200400" algn="l">
              <a:lnSpc>
                <a:spcPct val="100000"/>
              </a:lnSpc>
              <a:spcBef>
                <a:spcPts val="280"/>
              </a:spcBef>
              <a:spcAft>
                <a:spcPts val="0"/>
              </a:spcAft>
              <a:buClr>
                <a:schemeClr val="dk1"/>
              </a:buClr>
              <a:buSzPts val="1400"/>
              <a:buFont typeface="Times New Roman"/>
              <a:buNone/>
              <a:defRPr sz="1400"/>
            </a:lvl7pPr>
            <a:lvl8pPr indent="-228600" lvl="7" marL="3657600" algn="l">
              <a:lnSpc>
                <a:spcPct val="100000"/>
              </a:lnSpc>
              <a:spcBef>
                <a:spcPts val="280"/>
              </a:spcBef>
              <a:spcAft>
                <a:spcPts val="0"/>
              </a:spcAft>
              <a:buClr>
                <a:schemeClr val="dk1"/>
              </a:buClr>
              <a:buSzPts val="1400"/>
              <a:buFont typeface="Times New Roman"/>
              <a:buNone/>
              <a:defRPr sz="1400"/>
            </a:lvl8pPr>
            <a:lvl9pPr indent="-228600" lvl="8" marL="4114800" algn="l">
              <a:lnSpc>
                <a:spcPct val="100000"/>
              </a:lnSpc>
              <a:spcBef>
                <a:spcPts val="280"/>
              </a:spcBef>
              <a:spcAft>
                <a:spcPts val="0"/>
              </a:spcAft>
              <a:buClr>
                <a:schemeClr val="dk1"/>
              </a:buClr>
              <a:buSzPts val="1400"/>
              <a:buFont typeface="Times New Roman"/>
              <a:buNone/>
              <a:defRPr sz="1400"/>
            </a:lvl9pPr>
          </a:lstStyle>
          <a:p/>
        </p:txBody>
      </p:sp>
      <p:sp>
        <p:nvSpPr>
          <p:cNvPr id="35" name="Google Shape;35;p6"/>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6"/>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as Partes de Conteúdo" type="twoObj">
  <p:cSld name="TWO_OBJECTS">
    <p:spTree>
      <p:nvGrpSpPr>
        <p:cNvPr id="38" name="Shape 38"/>
        <p:cNvGrpSpPr/>
        <p:nvPr/>
      </p:nvGrpSpPr>
      <p:grpSpPr>
        <a:xfrm>
          <a:off x="0" y="0"/>
          <a:ext cx="0" cy="0"/>
          <a:chOff x="0" y="0"/>
          <a:chExt cx="0" cy="0"/>
        </a:xfrm>
      </p:grpSpPr>
      <p:sp>
        <p:nvSpPr>
          <p:cNvPr id="39" name="Google Shape;39;p7"/>
          <p:cNvSpPr txBox="1"/>
          <p:nvPr>
            <p:ph type="title"/>
          </p:nvPr>
        </p:nvSpPr>
        <p:spPr>
          <a:xfrm>
            <a:off x="2430463" y="2879725"/>
            <a:ext cx="2754312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7"/>
          <p:cNvSpPr txBox="1"/>
          <p:nvPr>
            <p:ph idx="1" type="body"/>
          </p:nvPr>
        </p:nvSpPr>
        <p:spPr>
          <a:xfrm>
            <a:off x="2430463" y="12480925"/>
            <a:ext cx="13695362" cy="25923875"/>
          </a:xfrm>
          <a:prstGeom prst="rect">
            <a:avLst/>
          </a:prstGeom>
          <a:noFill/>
          <a:ln>
            <a:noFill/>
          </a:ln>
        </p:spPr>
        <p:txBody>
          <a:bodyPr anchorCtr="0" anchor="t" bIns="215975" lIns="431975" spcFirstLastPara="1" rIns="431975" wrap="square" tIns="215975">
            <a:noAutofit/>
          </a:bodyPr>
          <a:lstStyle>
            <a:lvl1pPr indent="-406400" lvl="0" marL="457200" algn="l">
              <a:lnSpc>
                <a:spcPct val="100000"/>
              </a:lnSpc>
              <a:spcBef>
                <a:spcPts val="560"/>
              </a:spcBef>
              <a:spcAft>
                <a:spcPts val="0"/>
              </a:spcAft>
              <a:buSzPts val="2800"/>
              <a:buChar char="●"/>
              <a:defRPr sz="2800"/>
            </a:lvl1pPr>
            <a:lvl2pPr indent="-304800" lvl="1" marL="914400" algn="l">
              <a:lnSpc>
                <a:spcPct val="100000"/>
              </a:lnSpc>
              <a:spcBef>
                <a:spcPts val="480"/>
              </a:spcBef>
              <a:spcAft>
                <a:spcPts val="0"/>
              </a:spcAft>
              <a:buSzPts val="1200"/>
              <a:buChar char="●"/>
              <a:defRPr sz="2400"/>
            </a:lvl2pPr>
            <a:lvl3pPr indent="-355600" lvl="2" marL="1371600" algn="l">
              <a:lnSpc>
                <a:spcPct val="100000"/>
              </a:lnSpc>
              <a:spcBef>
                <a:spcPts val="400"/>
              </a:spcBef>
              <a:spcAft>
                <a:spcPts val="0"/>
              </a:spcAft>
              <a:buClr>
                <a:schemeClr val="dk1"/>
              </a:buClr>
              <a:buSzPts val="2000"/>
              <a:buFont typeface="Times New Roman"/>
              <a:buChar char="•"/>
              <a:defRPr sz="2000"/>
            </a:lvl3pPr>
            <a:lvl4pPr indent="-342900" lvl="3" marL="1828800" algn="l">
              <a:lnSpc>
                <a:spcPct val="100000"/>
              </a:lnSpc>
              <a:spcBef>
                <a:spcPts val="360"/>
              </a:spcBef>
              <a:spcAft>
                <a:spcPts val="0"/>
              </a:spcAft>
              <a:buClr>
                <a:schemeClr val="dk1"/>
              </a:buClr>
              <a:buSzPts val="1800"/>
              <a:buFont typeface="Times New Roman"/>
              <a:buChar char="–"/>
              <a:defRPr sz="1800"/>
            </a:lvl4pPr>
            <a:lvl5pPr indent="-342900" lvl="4" marL="2286000" algn="l">
              <a:lnSpc>
                <a:spcPct val="100000"/>
              </a:lnSpc>
              <a:spcBef>
                <a:spcPts val="360"/>
              </a:spcBef>
              <a:spcAft>
                <a:spcPts val="0"/>
              </a:spcAft>
              <a:buClr>
                <a:schemeClr val="dk1"/>
              </a:buClr>
              <a:buSzPts val="1800"/>
              <a:buFont typeface="Times New Roman"/>
              <a:buChar char="»"/>
              <a:defRPr sz="1800"/>
            </a:lvl5pPr>
            <a:lvl6pPr indent="-342900" lvl="5" marL="2743200" algn="l">
              <a:lnSpc>
                <a:spcPct val="100000"/>
              </a:lnSpc>
              <a:spcBef>
                <a:spcPts val="360"/>
              </a:spcBef>
              <a:spcAft>
                <a:spcPts val="0"/>
              </a:spcAft>
              <a:buClr>
                <a:schemeClr val="dk1"/>
              </a:buClr>
              <a:buSzPts val="1800"/>
              <a:buFont typeface="Times New Roman"/>
              <a:buChar char="»"/>
              <a:defRPr sz="1800"/>
            </a:lvl6pPr>
            <a:lvl7pPr indent="-342900" lvl="6" marL="3200400" algn="l">
              <a:lnSpc>
                <a:spcPct val="100000"/>
              </a:lnSpc>
              <a:spcBef>
                <a:spcPts val="360"/>
              </a:spcBef>
              <a:spcAft>
                <a:spcPts val="0"/>
              </a:spcAft>
              <a:buClr>
                <a:schemeClr val="dk1"/>
              </a:buClr>
              <a:buSzPts val="1800"/>
              <a:buFont typeface="Times New Roman"/>
              <a:buChar char="»"/>
              <a:defRPr sz="1800"/>
            </a:lvl7pPr>
            <a:lvl8pPr indent="-342900" lvl="7" marL="3657600" algn="l">
              <a:lnSpc>
                <a:spcPct val="100000"/>
              </a:lnSpc>
              <a:spcBef>
                <a:spcPts val="360"/>
              </a:spcBef>
              <a:spcAft>
                <a:spcPts val="0"/>
              </a:spcAft>
              <a:buClr>
                <a:schemeClr val="dk1"/>
              </a:buClr>
              <a:buSzPts val="1800"/>
              <a:buFont typeface="Times New Roman"/>
              <a:buChar char="»"/>
              <a:defRPr sz="1800"/>
            </a:lvl8pPr>
            <a:lvl9pPr indent="-342900" lvl="8" marL="4114800" algn="l">
              <a:lnSpc>
                <a:spcPct val="100000"/>
              </a:lnSpc>
              <a:spcBef>
                <a:spcPts val="360"/>
              </a:spcBef>
              <a:spcAft>
                <a:spcPts val="0"/>
              </a:spcAft>
              <a:buClr>
                <a:schemeClr val="dk1"/>
              </a:buClr>
              <a:buSzPts val="1800"/>
              <a:buFont typeface="Times New Roman"/>
              <a:buChar char="»"/>
              <a:defRPr sz="1800"/>
            </a:lvl9pPr>
          </a:lstStyle>
          <a:p/>
        </p:txBody>
      </p:sp>
      <p:sp>
        <p:nvSpPr>
          <p:cNvPr id="41" name="Google Shape;41;p7"/>
          <p:cNvSpPr txBox="1"/>
          <p:nvPr>
            <p:ph idx="2" type="body"/>
          </p:nvPr>
        </p:nvSpPr>
        <p:spPr>
          <a:xfrm>
            <a:off x="16278225" y="12480925"/>
            <a:ext cx="13695363" cy="25923875"/>
          </a:xfrm>
          <a:prstGeom prst="rect">
            <a:avLst/>
          </a:prstGeom>
          <a:noFill/>
          <a:ln>
            <a:noFill/>
          </a:ln>
        </p:spPr>
        <p:txBody>
          <a:bodyPr anchorCtr="0" anchor="t" bIns="215975" lIns="431975" spcFirstLastPara="1" rIns="431975" wrap="square" tIns="215975">
            <a:noAutofit/>
          </a:bodyPr>
          <a:lstStyle>
            <a:lvl1pPr indent="-406400" lvl="0" marL="457200" algn="l">
              <a:lnSpc>
                <a:spcPct val="100000"/>
              </a:lnSpc>
              <a:spcBef>
                <a:spcPts val="560"/>
              </a:spcBef>
              <a:spcAft>
                <a:spcPts val="0"/>
              </a:spcAft>
              <a:buSzPts val="2800"/>
              <a:buChar char="●"/>
              <a:defRPr sz="2800"/>
            </a:lvl1pPr>
            <a:lvl2pPr indent="-304800" lvl="1" marL="914400" algn="l">
              <a:lnSpc>
                <a:spcPct val="100000"/>
              </a:lnSpc>
              <a:spcBef>
                <a:spcPts val="480"/>
              </a:spcBef>
              <a:spcAft>
                <a:spcPts val="0"/>
              </a:spcAft>
              <a:buSzPts val="1200"/>
              <a:buChar char="●"/>
              <a:defRPr sz="2400"/>
            </a:lvl2pPr>
            <a:lvl3pPr indent="-355600" lvl="2" marL="1371600" algn="l">
              <a:lnSpc>
                <a:spcPct val="100000"/>
              </a:lnSpc>
              <a:spcBef>
                <a:spcPts val="400"/>
              </a:spcBef>
              <a:spcAft>
                <a:spcPts val="0"/>
              </a:spcAft>
              <a:buClr>
                <a:schemeClr val="dk1"/>
              </a:buClr>
              <a:buSzPts val="2000"/>
              <a:buFont typeface="Times New Roman"/>
              <a:buChar char="•"/>
              <a:defRPr sz="2000"/>
            </a:lvl3pPr>
            <a:lvl4pPr indent="-342900" lvl="3" marL="1828800" algn="l">
              <a:lnSpc>
                <a:spcPct val="100000"/>
              </a:lnSpc>
              <a:spcBef>
                <a:spcPts val="360"/>
              </a:spcBef>
              <a:spcAft>
                <a:spcPts val="0"/>
              </a:spcAft>
              <a:buClr>
                <a:schemeClr val="dk1"/>
              </a:buClr>
              <a:buSzPts val="1800"/>
              <a:buFont typeface="Times New Roman"/>
              <a:buChar char="–"/>
              <a:defRPr sz="1800"/>
            </a:lvl4pPr>
            <a:lvl5pPr indent="-342900" lvl="4" marL="2286000" algn="l">
              <a:lnSpc>
                <a:spcPct val="100000"/>
              </a:lnSpc>
              <a:spcBef>
                <a:spcPts val="360"/>
              </a:spcBef>
              <a:spcAft>
                <a:spcPts val="0"/>
              </a:spcAft>
              <a:buClr>
                <a:schemeClr val="dk1"/>
              </a:buClr>
              <a:buSzPts val="1800"/>
              <a:buFont typeface="Times New Roman"/>
              <a:buChar char="»"/>
              <a:defRPr sz="1800"/>
            </a:lvl5pPr>
            <a:lvl6pPr indent="-342900" lvl="5" marL="2743200" algn="l">
              <a:lnSpc>
                <a:spcPct val="100000"/>
              </a:lnSpc>
              <a:spcBef>
                <a:spcPts val="360"/>
              </a:spcBef>
              <a:spcAft>
                <a:spcPts val="0"/>
              </a:spcAft>
              <a:buClr>
                <a:schemeClr val="dk1"/>
              </a:buClr>
              <a:buSzPts val="1800"/>
              <a:buFont typeface="Times New Roman"/>
              <a:buChar char="»"/>
              <a:defRPr sz="1800"/>
            </a:lvl6pPr>
            <a:lvl7pPr indent="-342900" lvl="6" marL="3200400" algn="l">
              <a:lnSpc>
                <a:spcPct val="100000"/>
              </a:lnSpc>
              <a:spcBef>
                <a:spcPts val="360"/>
              </a:spcBef>
              <a:spcAft>
                <a:spcPts val="0"/>
              </a:spcAft>
              <a:buClr>
                <a:schemeClr val="dk1"/>
              </a:buClr>
              <a:buSzPts val="1800"/>
              <a:buFont typeface="Times New Roman"/>
              <a:buChar char="»"/>
              <a:defRPr sz="1800"/>
            </a:lvl7pPr>
            <a:lvl8pPr indent="-342900" lvl="7" marL="3657600" algn="l">
              <a:lnSpc>
                <a:spcPct val="100000"/>
              </a:lnSpc>
              <a:spcBef>
                <a:spcPts val="360"/>
              </a:spcBef>
              <a:spcAft>
                <a:spcPts val="0"/>
              </a:spcAft>
              <a:buClr>
                <a:schemeClr val="dk1"/>
              </a:buClr>
              <a:buSzPts val="1800"/>
              <a:buFont typeface="Times New Roman"/>
              <a:buChar char="»"/>
              <a:defRPr sz="1800"/>
            </a:lvl8pPr>
            <a:lvl9pPr indent="-342900" lvl="8" marL="4114800" algn="l">
              <a:lnSpc>
                <a:spcPct val="100000"/>
              </a:lnSpc>
              <a:spcBef>
                <a:spcPts val="360"/>
              </a:spcBef>
              <a:spcAft>
                <a:spcPts val="0"/>
              </a:spcAft>
              <a:buClr>
                <a:schemeClr val="dk1"/>
              </a:buClr>
              <a:buSzPts val="1800"/>
              <a:buFont typeface="Times New Roman"/>
              <a:buChar char="»"/>
              <a:defRPr sz="1800"/>
            </a:lvl9pPr>
          </a:lstStyle>
          <a:p/>
        </p:txBody>
      </p:sp>
      <p:sp>
        <p:nvSpPr>
          <p:cNvPr id="42" name="Google Shape;42;p7"/>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7"/>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ção" type="twoTxTwoObj">
  <p:cSld name="TWO_OBJECTS_WITH_TEXT">
    <p:spTree>
      <p:nvGrpSpPr>
        <p:cNvPr id="45" name="Shape 45"/>
        <p:cNvGrpSpPr/>
        <p:nvPr/>
      </p:nvGrpSpPr>
      <p:grpSpPr>
        <a:xfrm>
          <a:off x="0" y="0"/>
          <a:ext cx="0" cy="0"/>
          <a:chOff x="0" y="0"/>
          <a:chExt cx="0" cy="0"/>
        </a:xfrm>
      </p:grpSpPr>
      <p:sp>
        <p:nvSpPr>
          <p:cNvPr id="46" name="Google Shape;46;p8"/>
          <p:cNvSpPr txBox="1"/>
          <p:nvPr>
            <p:ph type="title"/>
          </p:nvPr>
        </p:nvSpPr>
        <p:spPr>
          <a:xfrm>
            <a:off x="1620838" y="1730375"/>
            <a:ext cx="2916237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8"/>
          <p:cNvSpPr txBox="1"/>
          <p:nvPr>
            <p:ph idx="1" type="body"/>
          </p:nvPr>
        </p:nvSpPr>
        <p:spPr>
          <a:xfrm>
            <a:off x="1620838" y="9671050"/>
            <a:ext cx="14316075" cy="4030663"/>
          </a:xfrm>
          <a:prstGeom prst="rect">
            <a:avLst/>
          </a:prstGeom>
          <a:noFill/>
          <a:ln>
            <a:noFill/>
          </a:ln>
        </p:spPr>
        <p:txBody>
          <a:bodyPr anchorCtr="0" anchor="b" bIns="215975" lIns="431975" spcFirstLastPara="1" rIns="431975" wrap="square" tIns="215975">
            <a:noAutofit/>
          </a:bodyPr>
          <a:lstStyle>
            <a:lvl1pPr indent="-228600" lvl="0" marL="457200" algn="l">
              <a:lnSpc>
                <a:spcPct val="100000"/>
              </a:lnSpc>
              <a:spcBef>
                <a:spcPts val="480"/>
              </a:spcBef>
              <a:spcAft>
                <a:spcPts val="0"/>
              </a:spcAft>
              <a:buSzPts val="2400"/>
              <a:buNone/>
              <a:defRPr b="1" sz="2400"/>
            </a:lvl1pPr>
            <a:lvl2pPr indent="-228600" lvl="1" marL="914400" algn="l">
              <a:lnSpc>
                <a:spcPct val="100000"/>
              </a:lnSpc>
              <a:spcBef>
                <a:spcPts val="400"/>
              </a:spcBef>
              <a:spcAft>
                <a:spcPts val="0"/>
              </a:spcAft>
              <a:buSzPts val="1000"/>
              <a:buNone/>
              <a:defRPr b="1" sz="2000"/>
            </a:lvl2pPr>
            <a:lvl3pPr indent="-228600" lvl="2" marL="1371600" algn="l">
              <a:lnSpc>
                <a:spcPct val="100000"/>
              </a:lnSpc>
              <a:spcBef>
                <a:spcPts val="360"/>
              </a:spcBef>
              <a:spcAft>
                <a:spcPts val="0"/>
              </a:spcAft>
              <a:buClr>
                <a:schemeClr val="dk1"/>
              </a:buClr>
              <a:buSzPts val="1800"/>
              <a:buFont typeface="Times New Roman"/>
              <a:buNone/>
              <a:defRPr b="1" sz="1800"/>
            </a:lvl3pPr>
            <a:lvl4pPr indent="-228600" lvl="3" marL="1828800" algn="l">
              <a:lnSpc>
                <a:spcPct val="100000"/>
              </a:lnSpc>
              <a:spcBef>
                <a:spcPts val="320"/>
              </a:spcBef>
              <a:spcAft>
                <a:spcPts val="0"/>
              </a:spcAft>
              <a:buClr>
                <a:schemeClr val="dk1"/>
              </a:buClr>
              <a:buSzPts val="1600"/>
              <a:buFont typeface="Times New Roman"/>
              <a:buNone/>
              <a:defRPr b="1" sz="1600"/>
            </a:lvl4pPr>
            <a:lvl5pPr indent="-228600" lvl="4" marL="2286000" algn="l">
              <a:lnSpc>
                <a:spcPct val="100000"/>
              </a:lnSpc>
              <a:spcBef>
                <a:spcPts val="320"/>
              </a:spcBef>
              <a:spcAft>
                <a:spcPts val="0"/>
              </a:spcAft>
              <a:buClr>
                <a:schemeClr val="dk1"/>
              </a:buClr>
              <a:buSzPts val="1600"/>
              <a:buFont typeface="Times New Roman"/>
              <a:buNone/>
              <a:defRPr b="1" sz="1600"/>
            </a:lvl5pPr>
            <a:lvl6pPr indent="-228600" lvl="5" marL="2743200" algn="l">
              <a:lnSpc>
                <a:spcPct val="100000"/>
              </a:lnSpc>
              <a:spcBef>
                <a:spcPts val="320"/>
              </a:spcBef>
              <a:spcAft>
                <a:spcPts val="0"/>
              </a:spcAft>
              <a:buClr>
                <a:schemeClr val="dk1"/>
              </a:buClr>
              <a:buSzPts val="1600"/>
              <a:buFont typeface="Times New Roman"/>
              <a:buNone/>
              <a:defRPr b="1" sz="1600"/>
            </a:lvl6pPr>
            <a:lvl7pPr indent="-228600" lvl="6" marL="3200400" algn="l">
              <a:lnSpc>
                <a:spcPct val="100000"/>
              </a:lnSpc>
              <a:spcBef>
                <a:spcPts val="320"/>
              </a:spcBef>
              <a:spcAft>
                <a:spcPts val="0"/>
              </a:spcAft>
              <a:buClr>
                <a:schemeClr val="dk1"/>
              </a:buClr>
              <a:buSzPts val="1600"/>
              <a:buFont typeface="Times New Roman"/>
              <a:buNone/>
              <a:defRPr b="1" sz="1600"/>
            </a:lvl7pPr>
            <a:lvl8pPr indent="-228600" lvl="7" marL="3657600" algn="l">
              <a:lnSpc>
                <a:spcPct val="100000"/>
              </a:lnSpc>
              <a:spcBef>
                <a:spcPts val="320"/>
              </a:spcBef>
              <a:spcAft>
                <a:spcPts val="0"/>
              </a:spcAft>
              <a:buClr>
                <a:schemeClr val="dk1"/>
              </a:buClr>
              <a:buSzPts val="1600"/>
              <a:buFont typeface="Times New Roman"/>
              <a:buNone/>
              <a:defRPr b="1" sz="1600"/>
            </a:lvl8pPr>
            <a:lvl9pPr indent="-228600" lvl="8" marL="4114800" algn="l">
              <a:lnSpc>
                <a:spcPct val="100000"/>
              </a:lnSpc>
              <a:spcBef>
                <a:spcPts val="320"/>
              </a:spcBef>
              <a:spcAft>
                <a:spcPts val="0"/>
              </a:spcAft>
              <a:buClr>
                <a:schemeClr val="dk1"/>
              </a:buClr>
              <a:buSzPts val="1600"/>
              <a:buFont typeface="Times New Roman"/>
              <a:buNone/>
              <a:defRPr b="1" sz="1600"/>
            </a:lvl9pPr>
          </a:lstStyle>
          <a:p/>
        </p:txBody>
      </p:sp>
      <p:sp>
        <p:nvSpPr>
          <p:cNvPr id="48" name="Google Shape;48;p8"/>
          <p:cNvSpPr txBox="1"/>
          <p:nvPr>
            <p:ph idx="2" type="body"/>
          </p:nvPr>
        </p:nvSpPr>
        <p:spPr>
          <a:xfrm>
            <a:off x="1620838" y="13701713"/>
            <a:ext cx="14316075" cy="24893587"/>
          </a:xfrm>
          <a:prstGeom prst="rect">
            <a:avLst/>
          </a:prstGeom>
          <a:noFill/>
          <a:ln>
            <a:noFill/>
          </a:ln>
        </p:spPr>
        <p:txBody>
          <a:bodyPr anchorCtr="0" anchor="t" bIns="215975" lIns="431975" spcFirstLastPara="1" rIns="431975" wrap="square" tIns="215975">
            <a:noAutofit/>
          </a:bodyPr>
          <a:lstStyle>
            <a:lvl1pPr indent="-381000" lvl="0" marL="457200" algn="l">
              <a:lnSpc>
                <a:spcPct val="100000"/>
              </a:lnSpc>
              <a:spcBef>
                <a:spcPts val="480"/>
              </a:spcBef>
              <a:spcAft>
                <a:spcPts val="0"/>
              </a:spcAft>
              <a:buSzPts val="2400"/>
              <a:buChar char="●"/>
              <a:defRPr sz="2400"/>
            </a:lvl1pPr>
            <a:lvl2pPr indent="-292100" lvl="1" marL="914400" algn="l">
              <a:lnSpc>
                <a:spcPct val="100000"/>
              </a:lnSpc>
              <a:spcBef>
                <a:spcPts val="400"/>
              </a:spcBef>
              <a:spcAft>
                <a:spcPts val="0"/>
              </a:spcAft>
              <a:buSzPts val="1000"/>
              <a:buChar char="●"/>
              <a:defRPr sz="2000"/>
            </a:lvl2pPr>
            <a:lvl3pPr indent="-342900" lvl="2" marL="1371600" algn="l">
              <a:lnSpc>
                <a:spcPct val="100000"/>
              </a:lnSpc>
              <a:spcBef>
                <a:spcPts val="360"/>
              </a:spcBef>
              <a:spcAft>
                <a:spcPts val="0"/>
              </a:spcAft>
              <a:buClr>
                <a:schemeClr val="dk1"/>
              </a:buClr>
              <a:buSzPts val="1800"/>
              <a:buFont typeface="Times New Roman"/>
              <a:buChar char="•"/>
              <a:defRPr sz="1800"/>
            </a:lvl3pPr>
            <a:lvl4pPr indent="-330200" lvl="3" marL="1828800" algn="l">
              <a:lnSpc>
                <a:spcPct val="100000"/>
              </a:lnSpc>
              <a:spcBef>
                <a:spcPts val="320"/>
              </a:spcBef>
              <a:spcAft>
                <a:spcPts val="0"/>
              </a:spcAft>
              <a:buClr>
                <a:schemeClr val="dk1"/>
              </a:buClr>
              <a:buSzPts val="1600"/>
              <a:buFont typeface="Times New Roman"/>
              <a:buChar char="–"/>
              <a:defRPr sz="1600"/>
            </a:lvl4pPr>
            <a:lvl5pPr indent="-330200" lvl="4" marL="2286000" algn="l">
              <a:lnSpc>
                <a:spcPct val="100000"/>
              </a:lnSpc>
              <a:spcBef>
                <a:spcPts val="320"/>
              </a:spcBef>
              <a:spcAft>
                <a:spcPts val="0"/>
              </a:spcAft>
              <a:buClr>
                <a:schemeClr val="dk1"/>
              </a:buClr>
              <a:buSzPts val="1600"/>
              <a:buFont typeface="Times New Roman"/>
              <a:buChar char="»"/>
              <a:defRPr sz="1600"/>
            </a:lvl5pPr>
            <a:lvl6pPr indent="-330200" lvl="5" marL="2743200" algn="l">
              <a:lnSpc>
                <a:spcPct val="100000"/>
              </a:lnSpc>
              <a:spcBef>
                <a:spcPts val="320"/>
              </a:spcBef>
              <a:spcAft>
                <a:spcPts val="0"/>
              </a:spcAft>
              <a:buClr>
                <a:schemeClr val="dk1"/>
              </a:buClr>
              <a:buSzPts val="1600"/>
              <a:buFont typeface="Times New Roman"/>
              <a:buChar char="»"/>
              <a:defRPr sz="1600"/>
            </a:lvl6pPr>
            <a:lvl7pPr indent="-330200" lvl="6" marL="3200400" algn="l">
              <a:lnSpc>
                <a:spcPct val="100000"/>
              </a:lnSpc>
              <a:spcBef>
                <a:spcPts val="320"/>
              </a:spcBef>
              <a:spcAft>
                <a:spcPts val="0"/>
              </a:spcAft>
              <a:buClr>
                <a:schemeClr val="dk1"/>
              </a:buClr>
              <a:buSzPts val="1600"/>
              <a:buFont typeface="Times New Roman"/>
              <a:buChar char="»"/>
              <a:defRPr sz="1600"/>
            </a:lvl7pPr>
            <a:lvl8pPr indent="-330200" lvl="7" marL="3657600" algn="l">
              <a:lnSpc>
                <a:spcPct val="100000"/>
              </a:lnSpc>
              <a:spcBef>
                <a:spcPts val="320"/>
              </a:spcBef>
              <a:spcAft>
                <a:spcPts val="0"/>
              </a:spcAft>
              <a:buClr>
                <a:schemeClr val="dk1"/>
              </a:buClr>
              <a:buSzPts val="1600"/>
              <a:buFont typeface="Times New Roman"/>
              <a:buChar char="»"/>
              <a:defRPr sz="1600"/>
            </a:lvl8pPr>
            <a:lvl9pPr indent="-330200" lvl="8" marL="4114800" algn="l">
              <a:lnSpc>
                <a:spcPct val="100000"/>
              </a:lnSpc>
              <a:spcBef>
                <a:spcPts val="320"/>
              </a:spcBef>
              <a:spcAft>
                <a:spcPts val="0"/>
              </a:spcAft>
              <a:buClr>
                <a:schemeClr val="dk1"/>
              </a:buClr>
              <a:buSzPts val="1600"/>
              <a:buFont typeface="Times New Roman"/>
              <a:buChar char="»"/>
              <a:defRPr sz="1600"/>
            </a:lvl9pPr>
          </a:lstStyle>
          <a:p/>
        </p:txBody>
      </p:sp>
      <p:sp>
        <p:nvSpPr>
          <p:cNvPr id="49" name="Google Shape;49;p8"/>
          <p:cNvSpPr txBox="1"/>
          <p:nvPr>
            <p:ph idx="3" type="body"/>
          </p:nvPr>
        </p:nvSpPr>
        <p:spPr>
          <a:xfrm>
            <a:off x="16460788" y="9671050"/>
            <a:ext cx="14322425" cy="4030663"/>
          </a:xfrm>
          <a:prstGeom prst="rect">
            <a:avLst/>
          </a:prstGeom>
          <a:noFill/>
          <a:ln>
            <a:noFill/>
          </a:ln>
        </p:spPr>
        <p:txBody>
          <a:bodyPr anchorCtr="0" anchor="b" bIns="215975" lIns="431975" spcFirstLastPara="1" rIns="431975" wrap="square" tIns="215975">
            <a:noAutofit/>
          </a:bodyPr>
          <a:lstStyle>
            <a:lvl1pPr indent="-228600" lvl="0" marL="457200" algn="l">
              <a:lnSpc>
                <a:spcPct val="100000"/>
              </a:lnSpc>
              <a:spcBef>
                <a:spcPts val="480"/>
              </a:spcBef>
              <a:spcAft>
                <a:spcPts val="0"/>
              </a:spcAft>
              <a:buSzPts val="2400"/>
              <a:buNone/>
              <a:defRPr b="1" sz="2400"/>
            </a:lvl1pPr>
            <a:lvl2pPr indent="-228600" lvl="1" marL="914400" algn="l">
              <a:lnSpc>
                <a:spcPct val="100000"/>
              </a:lnSpc>
              <a:spcBef>
                <a:spcPts val="400"/>
              </a:spcBef>
              <a:spcAft>
                <a:spcPts val="0"/>
              </a:spcAft>
              <a:buSzPts val="1000"/>
              <a:buNone/>
              <a:defRPr b="1" sz="2000"/>
            </a:lvl2pPr>
            <a:lvl3pPr indent="-228600" lvl="2" marL="1371600" algn="l">
              <a:lnSpc>
                <a:spcPct val="100000"/>
              </a:lnSpc>
              <a:spcBef>
                <a:spcPts val="360"/>
              </a:spcBef>
              <a:spcAft>
                <a:spcPts val="0"/>
              </a:spcAft>
              <a:buClr>
                <a:schemeClr val="dk1"/>
              </a:buClr>
              <a:buSzPts val="1800"/>
              <a:buFont typeface="Times New Roman"/>
              <a:buNone/>
              <a:defRPr b="1" sz="1800"/>
            </a:lvl3pPr>
            <a:lvl4pPr indent="-228600" lvl="3" marL="1828800" algn="l">
              <a:lnSpc>
                <a:spcPct val="100000"/>
              </a:lnSpc>
              <a:spcBef>
                <a:spcPts val="320"/>
              </a:spcBef>
              <a:spcAft>
                <a:spcPts val="0"/>
              </a:spcAft>
              <a:buClr>
                <a:schemeClr val="dk1"/>
              </a:buClr>
              <a:buSzPts val="1600"/>
              <a:buFont typeface="Times New Roman"/>
              <a:buNone/>
              <a:defRPr b="1" sz="1600"/>
            </a:lvl4pPr>
            <a:lvl5pPr indent="-228600" lvl="4" marL="2286000" algn="l">
              <a:lnSpc>
                <a:spcPct val="100000"/>
              </a:lnSpc>
              <a:spcBef>
                <a:spcPts val="320"/>
              </a:spcBef>
              <a:spcAft>
                <a:spcPts val="0"/>
              </a:spcAft>
              <a:buClr>
                <a:schemeClr val="dk1"/>
              </a:buClr>
              <a:buSzPts val="1600"/>
              <a:buFont typeface="Times New Roman"/>
              <a:buNone/>
              <a:defRPr b="1" sz="1600"/>
            </a:lvl5pPr>
            <a:lvl6pPr indent="-228600" lvl="5" marL="2743200" algn="l">
              <a:lnSpc>
                <a:spcPct val="100000"/>
              </a:lnSpc>
              <a:spcBef>
                <a:spcPts val="320"/>
              </a:spcBef>
              <a:spcAft>
                <a:spcPts val="0"/>
              </a:spcAft>
              <a:buClr>
                <a:schemeClr val="dk1"/>
              </a:buClr>
              <a:buSzPts val="1600"/>
              <a:buFont typeface="Times New Roman"/>
              <a:buNone/>
              <a:defRPr b="1" sz="1600"/>
            </a:lvl6pPr>
            <a:lvl7pPr indent="-228600" lvl="6" marL="3200400" algn="l">
              <a:lnSpc>
                <a:spcPct val="100000"/>
              </a:lnSpc>
              <a:spcBef>
                <a:spcPts val="320"/>
              </a:spcBef>
              <a:spcAft>
                <a:spcPts val="0"/>
              </a:spcAft>
              <a:buClr>
                <a:schemeClr val="dk1"/>
              </a:buClr>
              <a:buSzPts val="1600"/>
              <a:buFont typeface="Times New Roman"/>
              <a:buNone/>
              <a:defRPr b="1" sz="1600"/>
            </a:lvl7pPr>
            <a:lvl8pPr indent="-228600" lvl="7" marL="3657600" algn="l">
              <a:lnSpc>
                <a:spcPct val="100000"/>
              </a:lnSpc>
              <a:spcBef>
                <a:spcPts val="320"/>
              </a:spcBef>
              <a:spcAft>
                <a:spcPts val="0"/>
              </a:spcAft>
              <a:buClr>
                <a:schemeClr val="dk1"/>
              </a:buClr>
              <a:buSzPts val="1600"/>
              <a:buFont typeface="Times New Roman"/>
              <a:buNone/>
              <a:defRPr b="1" sz="1600"/>
            </a:lvl8pPr>
            <a:lvl9pPr indent="-228600" lvl="8" marL="4114800" algn="l">
              <a:lnSpc>
                <a:spcPct val="100000"/>
              </a:lnSpc>
              <a:spcBef>
                <a:spcPts val="320"/>
              </a:spcBef>
              <a:spcAft>
                <a:spcPts val="0"/>
              </a:spcAft>
              <a:buClr>
                <a:schemeClr val="dk1"/>
              </a:buClr>
              <a:buSzPts val="1600"/>
              <a:buFont typeface="Times New Roman"/>
              <a:buNone/>
              <a:defRPr b="1" sz="1600"/>
            </a:lvl9pPr>
          </a:lstStyle>
          <a:p/>
        </p:txBody>
      </p:sp>
      <p:sp>
        <p:nvSpPr>
          <p:cNvPr id="50" name="Google Shape;50;p8"/>
          <p:cNvSpPr txBox="1"/>
          <p:nvPr>
            <p:ph idx="4" type="body"/>
          </p:nvPr>
        </p:nvSpPr>
        <p:spPr>
          <a:xfrm>
            <a:off x="16460788" y="13701713"/>
            <a:ext cx="14322425" cy="24893587"/>
          </a:xfrm>
          <a:prstGeom prst="rect">
            <a:avLst/>
          </a:prstGeom>
          <a:noFill/>
          <a:ln>
            <a:noFill/>
          </a:ln>
        </p:spPr>
        <p:txBody>
          <a:bodyPr anchorCtr="0" anchor="t" bIns="215975" lIns="431975" spcFirstLastPara="1" rIns="431975" wrap="square" tIns="215975">
            <a:noAutofit/>
          </a:bodyPr>
          <a:lstStyle>
            <a:lvl1pPr indent="-381000" lvl="0" marL="457200" algn="l">
              <a:lnSpc>
                <a:spcPct val="100000"/>
              </a:lnSpc>
              <a:spcBef>
                <a:spcPts val="480"/>
              </a:spcBef>
              <a:spcAft>
                <a:spcPts val="0"/>
              </a:spcAft>
              <a:buSzPts val="2400"/>
              <a:buChar char="●"/>
              <a:defRPr sz="2400"/>
            </a:lvl1pPr>
            <a:lvl2pPr indent="-292100" lvl="1" marL="914400" algn="l">
              <a:lnSpc>
                <a:spcPct val="100000"/>
              </a:lnSpc>
              <a:spcBef>
                <a:spcPts val="400"/>
              </a:spcBef>
              <a:spcAft>
                <a:spcPts val="0"/>
              </a:spcAft>
              <a:buSzPts val="1000"/>
              <a:buChar char="●"/>
              <a:defRPr sz="2000"/>
            </a:lvl2pPr>
            <a:lvl3pPr indent="-342900" lvl="2" marL="1371600" algn="l">
              <a:lnSpc>
                <a:spcPct val="100000"/>
              </a:lnSpc>
              <a:spcBef>
                <a:spcPts val="360"/>
              </a:spcBef>
              <a:spcAft>
                <a:spcPts val="0"/>
              </a:spcAft>
              <a:buClr>
                <a:schemeClr val="dk1"/>
              </a:buClr>
              <a:buSzPts val="1800"/>
              <a:buFont typeface="Times New Roman"/>
              <a:buChar char="•"/>
              <a:defRPr sz="1800"/>
            </a:lvl3pPr>
            <a:lvl4pPr indent="-330200" lvl="3" marL="1828800" algn="l">
              <a:lnSpc>
                <a:spcPct val="100000"/>
              </a:lnSpc>
              <a:spcBef>
                <a:spcPts val="320"/>
              </a:spcBef>
              <a:spcAft>
                <a:spcPts val="0"/>
              </a:spcAft>
              <a:buClr>
                <a:schemeClr val="dk1"/>
              </a:buClr>
              <a:buSzPts val="1600"/>
              <a:buFont typeface="Times New Roman"/>
              <a:buChar char="–"/>
              <a:defRPr sz="1600"/>
            </a:lvl4pPr>
            <a:lvl5pPr indent="-330200" lvl="4" marL="2286000" algn="l">
              <a:lnSpc>
                <a:spcPct val="100000"/>
              </a:lnSpc>
              <a:spcBef>
                <a:spcPts val="320"/>
              </a:spcBef>
              <a:spcAft>
                <a:spcPts val="0"/>
              </a:spcAft>
              <a:buClr>
                <a:schemeClr val="dk1"/>
              </a:buClr>
              <a:buSzPts val="1600"/>
              <a:buFont typeface="Times New Roman"/>
              <a:buChar char="»"/>
              <a:defRPr sz="1600"/>
            </a:lvl5pPr>
            <a:lvl6pPr indent="-330200" lvl="5" marL="2743200" algn="l">
              <a:lnSpc>
                <a:spcPct val="100000"/>
              </a:lnSpc>
              <a:spcBef>
                <a:spcPts val="320"/>
              </a:spcBef>
              <a:spcAft>
                <a:spcPts val="0"/>
              </a:spcAft>
              <a:buClr>
                <a:schemeClr val="dk1"/>
              </a:buClr>
              <a:buSzPts val="1600"/>
              <a:buFont typeface="Times New Roman"/>
              <a:buChar char="»"/>
              <a:defRPr sz="1600"/>
            </a:lvl6pPr>
            <a:lvl7pPr indent="-330200" lvl="6" marL="3200400" algn="l">
              <a:lnSpc>
                <a:spcPct val="100000"/>
              </a:lnSpc>
              <a:spcBef>
                <a:spcPts val="320"/>
              </a:spcBef>
              <a:spcAft>
                <a:spcPts val="0"/>
              </a:spcAft>
              <a:buClr>
                <a:schemeClr val="dk1"/>
              </a:buClr>
              <a:buSzPts val="1600"/>
              <a:buFont typeface="Times New Roman"/>
              <a:buChar char="»"/>
              <a:defRPr sz="1600"/>
            </a:lvl7pPr>
            <a:lvl8pPr indent="-330200" lvl="7" marL="3657600" algn="l">
              <a:lnSpc>
                <a:spcPct val="100000"/>
              </a:lnSpc>
              <a:spcBef>
                <a:spcPts val="320"/>
              </a:spcBef>
              <a:spcAft>
                <a:spcPts val="0"/>
              </a:spcAft>
              <a:buClr>
                <a:schemeClr val="dk1"/>
              </a:buClr>
              <a:buSzPts val="1600"/>
              <a:buFont typeface="Times New Roman"/>
              <a:buChar char="»"/>
              <a:defRPr sz="1600"/>
            </a:lvl8pPr>
            <a:lvl9pPr indent="-330200" lvl="8" marL="4114800" algn="l">
              <a:lnSpc>
                <a:spcPct val="100000"/>
              </a:lnSpc>
              <a:spcBef>
                <a:spcPts val="320"/>
              </a:spcBef>
              <a:spcAft>
                <a:spcPts val="0"/>
              </a:spcAft>
              <a:buClr>
                <a:schemeClr val="dk1"/>
              </a:buClr>
              <a:buSzPts val="1600"/>
              <a:buFont typeface="Times New Roman"/>
              <a:buChar char="»"/>
              <a:defRPr sz="1600"/>
            </a:lvl9pPr>
          </a:lstStyle>
          <a:p/>
        </p:txBody>
      </p:sp>
      <p:sp>
        <p:nvSpPr>
          <p:cNvPr id="51" name="Google Shape;51;p8"/>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mente título" type="titleOnly">
  <p:cSld name="TITLE_ONLY">
    <p:spTree>
      <p:nvGrpSpPr>
        <p:cNvPr id="54" name="Shape 54"/>
        <p:cNvGrpSpPr/>
        <p:nvPr/>
      </p:nvGrpSpPr>
      <p:grpSpPr>
        <a:xfrm>
          <a:off x="0" y="0"/>
          <a:ext cx="0" cy="0"/>
          <a:chOff x="0" y="0"/>
          <a:chExt cx="0" cy="0"/>
        </a:xfrm>
      </p:grpSpPr>
      <p:sp>
        <p:nvSpPr>
          <p:cNvPr id="55" name="Google Shape;55;p9"/>
          <p:cNvSpPr txBox="1"/>
          <p:nvPr>
            <p:ph type="title"/>
          </p:nvPr>
        </p:nvSpPr>
        <p:spPr>
          <a:xfrm>
            <a:off x="2430463" y="2879725"/>
            <a:ext cx="2754312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údo com Legenda" type="objTx">
  <p:cSld name="OBJECT_WITH_CAPTION_TEXT">
    <p:spTree>
      <p:nvGrpSpPr>
        <p:cNvPr id="59" name="Shape 59"/>
        <p:cNvGrpSpPr/>
        <p:nvPr/>
      </p:nvGrpSpPr>
      <p:grpSpPr>
        <a:xfrm>
          <a:off x="0" y="0"/>
          <a:ext cx="0" cy="0"/>
          <a:chOff x="0" y="0"/>
          <a:chExt cx="0" cy="0"/>
        </a:xfrm>
      </p:grpSpPr>
      <p:sp>
        <p:nvSpPr>
          <p:cNvPr id="60" name="Google Shape;60;p10"/>
          <p:cNvSpPr txBox="1"/>
          <p:nvPr>
            <p:ph type="title"/>
          </p:nvPr>
        </p:nvSpPr>
        <p:spPr>
          <a:xfrm>
            <a:off x="1620838" y="1720850"/>
            <a:ext cx="10660062" cy="7319963"/>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10"/>
          <p:cNvSpPr txBox="1"/>
          <p:nvPr>
            <p:ph idx="1" type="body"/>
          </p:nvPr>
        </p:nvSpPr>
        <p:spPr>
          <a:xfrm>
            <a:off x="12669838" y="1720850"/>
            <a:ext cx="18113375" cy="36874450"/>
          </a:xfrm>
          <a:prstGeom prst="rect">
            <a:avLst/>
          </a:prstGeom>
          <a:noFill/>
          <a:ln>
            <a:noFill/>
          </a:ln>
        </p:spPr>
        <p:txBody>
          <a:bodyPr anchorCtr="0" anchor="t" bIns="215975" lIns="431975" spcFirstLastPara="1" rIns="431975" wrap="square" tIns="215975">
            <a:noAutofit/>
          </a:bodyPr>
          <a:lstStyle>
            <a:lvl1pPr indent="-431800" lvl="0" marL="457200" algn="l">
              <a:lnSpc>
                <a:spcPct val="100000"/>
              </a:lnSpc>
              <a:spcBef>
                <a:spcPts val="640"/>
              </a:spcBef>
              <a:spcAft>
                <a:spcPts val="0"/>
              </a:spcAft>
              <a:buSzPts val="3200"/>
              <a:buChar char="●"/>
              <a:defRPr sz="3200"/>
            </a:lvl1pPr>
            <a:lvl2pPr indent="-317500" lvl="1" marL="914400" algn="l">
              <a:lnSpc>
                <a:spcPct val="100000"/>
              </a:lnSpc>
              <a:spcBef>
                <a:spcPts val="560"/>
              </a:spcBef>
              <a:spcAft>
                <a:spcPts val="0"/>
              </a:spcAft>
              <a:buSzPts val="1400"/>
              <a:buChar char="●"/>
              <a:defRPr sz="2800"/>
            </a:lvl2pPr>
            <a:lvl3pPr indent="-381000" lvl="2" marL="1371600" algn="l">
              <a:lnSpc>
                <a:spcPct val="100000"/>
              </a:lnSpc>
              <a:spcBef>
                <a:spcPts val="480"/>
              </a:spcBef>
              <a:spcAft>
                <a:spcPts val="0"/>
              </a:spcAft>
              <a:buClr>
                <a:schemeClr val="dk1"/>
              </a:buClr>
              <a:buSzPts val="2400"/>
              <a:buFont typeface="Times New Roman"/>
              <a:buChar char="•"/>
              <a:defRPr sz="2400"/>
            </a:lvl3pPr>
            <a:lvl4pPr indent="-355600" lvl="3" marL="1828800" algn="l">
              <a:lnSpc>
                <a:spcPct val="100000"/>
              </a:lnSpc>
              <a:spcBef>
                <a:spcPts val="400"/>
              </a:spcBef>
              <a:spcAft>
                <a:spcPts val="0"/>
              </a:spcAft>
              <a:buClr>
                <a:schemeClr val="dk1"/>
              </a:buClr>
              <a:buSzPts val="2000"/>
              <a:buFont typeface="Times New Roman"/>
              <a:buChar char="–"/>
              <a:defRPr sz="2000"/>
            </a:lvl4pPr>
            <a:lvl5pPr indent="-355600" lvl="4" marL="2286000" algn="l">
              <a:lnSpc>
                <a:spcPct val="100000"/>
              </a:lnSpc>
              <a:spcBef>
                <a:spcPts val="400"/>
              </a:spcBef>
              <a:spcAft>
                <a:spcPts val="0"/>
              </a:spcAft>
              <a:buClr>
                <a:schemeClr val="dk1"/>
              </a:buClr>
              <a:buSzPts val="2000"/>
              <a:buFont typeface="Times New Roman"/>
              <a:buChar char="»"/>
              <a:defRPr sz="2000"/>
            </a:lvl5pPr>
            <a:lvl6pPr indent="-355600" lvl="5" marL="2743200" algn="l">
              <a:lnSpc>
                <a:spcPct val="100000"/>
              </a:lnSpc>
              <a:spcBef>
                <a:spcPts val="400"/>
              </a:spcBef>
              <a:spcAft>
                <a:spcPts val="0"/>
              </a:spcAft>
              <a:buClr>
                <a:schemeClr val="dk1"/>
              </a:buClr>
              <a:buSzPts val="2000"/>
              <a:buFont typeface="Times New Roman"/>
              <a:buChar char="»"/>
              <a:defRPr sz="2000"/>
            </a:lvl6pPr>
            <a:lvl7pPr indent="-355600" lvl="6" marL="3200400" algn="l">
              <a:lnSpc>
                <a:spcPct val="100000"/>
              </a:lnSpc>
              <a:spcBef>
                <a:spcPts val="400"/>
              </a:spcBef>
              <a:spcAft>
                <a:spcPts val="0"/>
              </a:spcAft>
              <a:buClr>
                <a:schemeClr val="dk1"/>
              </a:buClr>
              <a:buSzPts val="2000"/>
              <a:buFont typeface="Times New Roman"/>
              <a:buChar char="»"/>
              <a:defRPr sz="2000"/>
            </a:lvl7pPr>
            <a:lvl8pPr indent="-355600" lvl="7" marL="3657600" algn="l">
              <a:lnSpc>
                <a:spcPct val="100000"/>
              </a:lnSpc>
              <a:spcBef>
                <a:spcPts val="400"/>
              </a:spcBef>
              <a:spcAft>
                <a:spcPts val="0"/>
              </a:spcAft>
              <a:buClr>
                <a:schemeClr val="dk1"/>
              </a:buClr>
              <a:buSzPts val="2000"/>
              <a:buFont typeface="Times New Roman"/>
              <a:buChar char="»"/>
              <a:defRPr sz="2000"/>
            </a:lvl8pPr>
            <a:lvl9pPr indent="-355600" lvl="8" marL="4114800" algn="l">
              <a:lnSpc>
                <a:spcPct val="100000"/>
              </a:lnSpc>
              <a:spcBef>
                <a:spcPts val="400"/>
              </a:spcBef>
              <a:spcAft>
                <a:spcPts val="0"/>
              </a:spcAft>
              <a:buClr>
                <a:schemeClr val="dk1"/>
              </a:buClr>
              <a:buSzPts val="2000"/>
              <a:buFont typeface="Times New Roman"/>
              <a:buChar char="»"/>
              <a:defRPr sz="2000"/>
            </a:lvl9pPr>
          </a:lstStyle>
          <a:p/>
        </p:txBody>
      </p:sp>
      <p:sp>
        <p:nvSpPr>
          <p:cNvPr id="62" name="Google Shape;62;p10"/>
          <p:cNvSpPr txBox="1"/>
          <p:nvPr>
            <p:ph idx="2" type="body"/>
          </p:nvPr>
        </p:nvSpPr>
        <p:spPr>
          <a:xfrm>
            <a:off x="1620838" y="9040813"/>
            <a:ext cx="10660062" cy="29554487"/>
          </a:xfrm>
          <a:prstGeom prst="rect">
            <a:avLst/>
          </a:prstGeom>
          <a:noFill/>
          <a:ln>
            <a:noFill/>
          </a:ln>
        </p:spPr>
        <p:txBody>
          <a:bodyPr anchorCtr="0" anchor="t" bIns="215975" lIns="431975" spcFirstLastPara="1" rIns="431975" wrap="square" tIns="215975">
            <a:noAutofit/>
          </a:bodyPr>
          <a:lstStyle>
            <a:lvl1pPr indent="-228600" lvl="0" marL="457200" algn="l">
              <a:lnSpc>
                <a:spcPct val="100000"/>
              </a:lnSpc>
              <a:spcBef>
                <a:spcPts val="280"/>
              </a:spcBef>
              <a:spcAft>
                <a:spcPts val="0"/>
              </a:spcAft>
              <a:buSzPts val="1400"/>
              <a:buNone/>
              <a:defRPr sz="1400"/>
            </a:lvl1pPr>
            <a:lvl2pPr indent="-228600" lvl="1" marL="914400" algn="l">
              <a:lnSpc>
                <a:spcPct val="100000"/>
              </a:lnSpc>
              <a:spcBef>
                <a:spcPts val="240"/>
              </a:spcBef>
              <a:spcAft>
                <a:spcPts val="0"/>
              </a:spcAft>
              <a:buSzPts val="600"/>
              <a:buNone/>
              <a:defRPr sz="1200"/>
            </a:lvl2pPr>
            <a:lvl3pPr indent="-228600" lvl="2" marL="1371600" algn="l">
              <a:lnSpc>
                <a:spcPct val="100000"/>
              </a:lnSpc>
              <a:spcBef>
                <a:spcPts val="200"/>
              </a:spcBef>
              <a:spcAft>
                <a:spcPts val="0"/>
              </a:spcAft>
              <a:buClr>
                <a:schemeClr val="dk1"/>
              </a:buClr>
              <a:buSzPts val="1000"/>
              <a:buFont typeface="Times New Roman"/>
              <a:buNone/>
              <a:defRPr sz="1000"/>
            </a:lvl3pPr>
            <a:lvl4pPr indent="-228600" lvl="3" marL="1828800" algn="l">
              <a:lnSpc>
                <a:spcPct val="100000"/>
              </a:lnSpc>
              <a:spcBef>
                <a:spcPts val="180"/>
              </a:spcBef>
              <a:spcAft>
                <a:spcPts val="0"/>
              </a:spcAft>
              <a:buClr>
                <a:schemeClr val="dk1"/>
              </a:buClr>
              <a:buSzPts val="900"/>
              <a:buFont typeface="Times New Roman"/>
              <a:buNone/>
              <a:defRPr sz="900"/>
            </a:lvl4pPr>
            <a:lvl5pPr indent="-228600" lvl="4" marL="2286000" algn="l">
              <a:lnSpc>
                <a:spcPct val="100000"/>
              </a:lnSpc>
              <a:spcBef>
                <a:spcPts val="180"/>
              </a:spcBef>
              <a:spcAft>
                <a:spcPts val="0"/>
              </a:spcAft>
              <a:buClr>
                <a:schemeClr val="dk1"/>
              </a:buClr>
              <a:buSzPts val="900"/>
              <a:buFont typeface="Times New Roman"/>
              <a:buNone/>
              <a:defRPr sz="900"/>
            </a:lvl5pPr>
            <a:lvl6pPr indent="-228600" lvl="5" marL="2743200" algn="l">
              <a:lnSpc>
                <a:spcPct val="100000"/>
              </a:lnSpc>
              <a:spcBef>
                <a:spcPts val="180"/>
              </a:spcBef>
              <a:spcAft>
                <a:spcPts val="0"/>
              </a:spcAft>
              <a:buClr>
                <a:schemeClr val="dk1"/>
              </a:buClr>
              <a:buSzPts val="900"/>
              <a:buFont typeface="Times New Roman"/>
              <a:buNone/>
              <a:defRPr sz="900"/>
            </a:lvl6pPr>
            <a:lvl7pPr indent="-228600" lvl="6" marL="3200400" algn="l">
              <a:lnSpc>
                <a:spcPct val="100000"/>
              </a:lnSpc>
              <a:spcBef>
                <a:spcPts val="180"/>
              </a:spcBef>
              <a:spcAft>
                <a:spcPts val="0"/>
              </a:spcAft>
              <a:buClr>
                <a:schemeClr val="dk1"/>
              </a:buClr>
              <a:buSzPts val="900"/>
              <a:buFont typeface="Times New Roman"/>
              <a:buNone/>
              <a:defRPr sz="900"/>
            </a:lvl7pPr>
            <a:lvl8pPr indent="-228600" lvl="7" marL="3657600" algn="l">
              <a:lnSpc>
                <a:spcPct val="100000"/>
              </a:lnSpc>
              <a:spcBef>
                <a:spcPts val="180"/>
              </a:spcBef>
              <a:spcAft>
                <a:spcPts val="0"/>
              </a:spcAft>
              <a:buClr>
                <a:schemeClr val="dk1"/>
              </a:buClr>
              <a:buSzPts val="900"/>
              <a:buFont typeface="Times New Roman"/>
              <a:buNone/>
              <a:defRPr sz="900"/>
            </a:lvl8pPr>
            <a:lvl9pPr indent="-228600" lvl="8" marL="4114800" algn="l">
              <a:lnSpc>
                <a:spcPct val="100000"/>
              </a:lnSpc>
              <a:spcBef>
                <a:spcPts val="180"/>
              </a:spcBef>
              <a:spcAft>
                <a:spcPts val="0"/>
              </a:spcAft>
              <a:buClr>
                <a:schemeClr val="dk1"/>
              </a:buClr>
              <a:buSzPts val="900"/>
              <a:buFont typeface="Times New Roman"/>
              <a:buNone/>
              <a:defRPr sz="900"/>
            </a:lvl9pPr>
          </a:lstStyle>
          <a:p/>
        </p:txBody>
      </p:sp>
      <p:sp>
        <p:nvSpPr>
          <p:cNvPr id="63" name="Google Shape;63;p10"/>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0"/>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10"/>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m com Legenda" type="picTx">
  <p:cSld name="PICTURE_WITH_CAPTION_TEXT">
    <p:spTree>
      <p:nvGrpSpPr>
        <p:cNvPr id="66" name="Shape 66"/>
        <p:cNvGrpSpPr/>
        <p:nvPr/>
      </p:nvGrpSpPr>
      <p:grpSpPr>
        <a:xfrm>
          <a:off x="0" y="0"/>
          <a:ext cx="0" cy="0"/>
          <a:chOff x="0" y="0"/>
          <a:chExt cx="0" cy="0"/>
        </a:xfrm>
      </p:grpSpPr>
      <p:sp>
        <p:nvSpPr>
          <p:cNvPr id="67" name="Google Shape;67;p11"/>
          <p:cNvSpPr txBox="1"/>
          <p:nvPr>
            <p:ph type="title"/>
          </p:nvPr>
        </p:nvSpPr>
        <p:spPr>
          <a:xfrm>
            <a:off x="6351588" y="30243463"/>
            <a:ext cx="19442112" cy="3570287"/>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11"/>
          <p:cNvSpPr/>
          <p:nvPr>
            <p:ph idx="2" type="pic"/>
          </p:nvPr>
        </p:nvSpPr>
        <p:spPr>
          <a:xfrm>
            <a:off x="6351588" y="3860800"/>
            <a:ext cx="19442112" cy="25922288"/>
          </a:xfrm>
          <a:prstGeom prst="rect">
            <a:avLst/>
          </a:prstGeom>
          <a:noFill/>
          <a:ln>
            <a:noFill/>
          </a:ln>
        </p:spPr>
      </p:sp>
      <p:sp>
        <p:nvSpPr>
          <p:cNvPr id="69" name="Google Shape;69;p11"/>
          <p:cNvSpPr txBox="1"/>
          <p:nvPr>
            <p:ph idx="1" type="body"/>
          </p:nvPr>
        </p:nvSpPr>
        <p:spPr>
          <a:xfrm>
            <a:off x="6351588" y="33813750"/>
            <a:ext cx="19442112" cy="5070475"/>
          </a:xfrm>
          <a:prstGeom prst="rect">
            <a:avLst/>
          </a:prstGeom>
          <a:noFill/>
          <a:ln>
            <a:noFill/>
          </a:ln>
        </p:spPr>
        <p:txBody>
          <a:bodyPr anchorCtr="0" anchor="t" bIns="215975" lIns="431975" spcFirstLastPara="1" rIns="431975" wrap="square" tIns="215975">
            <a:noAutofit/>
          </a:bodyPr>
          <a:lstStyle>
            <a:lvl1pPr indent="-228600" lvl="0" marL="457200" algn="l">
              <a:lnSpc>
                <a:spcPct val="100000"/>
              </a:lnSpc>
              <a:spcBef>
                <a:spcPts val="280"/>
              </a:spcBef>
              <a:spcAft>
                <a:spcPts val="0"/>
              </a:spcAft>
              <a:buSzPts val="1400"/>
              <a:buNone/>
              <a:defRPr sz="1400"/>
            </a:lvl1pPr>
            <a:lvl2pPr indent="-228600" lvl="1" marL="914400" algn="l">
              <a:lnSpc>
                <a:spcPct val="100000"/>
              </a:lnSpc>
              <a:spcBef>
                <a:spcPts val="240"/>
              </a:spcBef>
              <a:spcAft>
                <a:spcPts val="0"/>
              </a:spcAft>
              <a:buSzPts val="600"/>
              <a:buNone/>
              <a:defRPr sz="1200"/>
            </a:lvl2pPr>
            <a:lvl3pPr indent="-228600" lvl="2" marL="1371600" algn="l">
              <a:lnSpc>
                <a:spcPct val="100000"/>
              </a:lnSpc>
              <a:spcBef>
                <a:spcPts val="200"/>
              </a:spcBef>
              <a:spcAft>
                <a:spcPts val="0"/>
              </a:spcAft>
              <a:buClr>
                <a:schemeClr val="dk1"/>
              </a:buClr>
              <a:buSzPts val="1000"/>
              <a:buFont typeface="Times New Roman"/>
              <a:buNone/>
              <a:defRPr sz="1000"/>
            </a:lvl3pPr>
            <a:lvl4pPr indent="-228600" lvl="3" marL="1828800" algn="l">
              <a:lnSpc>
                <a:spcPct val="100000"/>
              </a:lnSpc>
              <a:spcBef>
                <a:spcPts val="180"/>
              </a:spcBef>
              <a:spcAft>
                <a:spcPts val="0"/>
              </a:spcAft>
              <a:buClr>
                <a:schemeClr val="dk1"/>
              </a:buClr>
              <a:buSzPts val="900"/>
              <a:buFont typeface="Times New Roman"/>
              <a:buNone/>
              <a:defRPr sz="900"/>
            </a:lvl4pPr>
            <a:lvl5pPr indent="-228600" lvl="4" marL="2286000" algn="l">
              <a:lnSpc>
                <a:spcPct val="100000"/>
              </a:lnSpc>
              <a:spcBef>
                <a:spcPts val="180"/>
              </a:spcBef>
              <a:spcAft>
                <a:spcPts val="0"/>
              </a:spcAft>
              <a:buClr>
                <a:schemeClr val="dk1"/>
              </a:buClr>
              <a:buSzPts val="900"/>
              <a:buFont typeface="Times New Roman"/>
              <a:buNone/>
              <a:defRPr sz="900"/>
            </a:lvl5pPr>
            <a:lvl6pPr indent="-228600" lvl="5" marL="2743200" algn="l">
              <a:lnSpc>
                <a:spcPct val="100000"/>
              </a:lnSpc>
              <a:spcBef>
                <a:spcPts val="180"/>
              </a:spcBef>
              <a:spcAft>
                <a:spcPts val="0"/>
              </a:spcAft>
              <a:buClr>
                <a:schemeClr val="dk1"/>
              </a:buClr>
              <a:buSzPts val="900"/>
              <a:buFont typeface="Times New Roman"/>
              <a:buNone/>
              <a:defRPr sz="900"/>
            </a:lvl6pPr>
            <a:lvl7pPr indent="-228600" lvl="6" marL="3200400" algn="l">
              <a:lnSpc>
                <a:spcPct val="100000"/>
              </a:lnSpc>
              <a:spcBef>
                <a:spcPts val="180"/>
              </a:spcBef>
              <a:spcAft>
                <a:spcPts val="0"/>
              </a:spcAft>
              <a:buClr>
                <a:schemeClr val="dk1"/>
              </a:buClr>
              <a:buSzPts val="900"/>
              <a:buFont typeface="Times New Roman"/>
              <a:buNone/>
              <a:defRPr sz="900"/>
            </a:lvl7pPr>
            <a:lvl8pPr indent="-228600" lvl="7" marL="3657600" algn="l">
              <a:lnSpc>
                <a:spcPct val="100000"/>
              </a:lnSpc>
              <a:spcBef>
                <a:spcPts val="180"/>
              </a:spcBef>
              <a:spcAft>
                <a:spcPts val="0"/>
              </a:spcAft>
              <a:buClr>
                <a:schemeClr val="dk1"/>
              </a:buClr>
              <a:buSzPts val="900"/>
              <a:buFont typeface="Times New Roman"/>
              <a:buNone/>
              <a:defRPr sz="900"/>
            </a:lvl8pPr>
            <a:lvl9pPr indent="-228600" lvl="8" marL="4114800" algn="l">
              <a:lnSpc>
                <a:spcPct val="100000"/>
              </a:lnSpc>
              <a:spcBef>
                <a:spcPts val="180"/>
              </a:spcBef>
              <a:spcAft>
                <a:spcPts val="0"/>
              </a:spcAft>
              <a:buClr>
                <a:schemeClr val="dk1"/>
              </a:buClr>
              <a:buSzPts val="900"/>
              <a:buFont typeface="Times New Roman"/>
              <a:buNone/>
              <a:defRPr sz="900"/>
            </a:lvl9pPr>
          </a:lstStyle>
          <a:p/>
        </p:txBody>
      </p:sp>
      <p:sp>
        <p:nvSpPr>
          <p:cNvPr id="70" name="Google Shape;70;p11"/>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1"/>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l" type="vertTx">
  <p:cSld name="VERTICAL_TEXT">
    <p:spTree>
      <p:nvGrpSpPr>
        <p:cNvPr id="73" name="Shape 73"/>
        <p:cNvGrpSpPr/>
        <p:nvPr/>
      </p:nvGrpSpPr>
      <p:grpSpPr>
        <a:xfrm>
          <a:off x="0" y="0"/>
          <a:ext cx="0" cy="0"/>
          <a:chOff x="0" y="0"/>
          <a:chExt cx="0" cy="0"/>
        </a:xfrm>
      </p:grpSpPr>
      <p:sp>
        <p:nvSpPr>
          <p:cNvPr id="74" name="Google Shape;74;p12"/>
          <p:cNvSpPr txBox="1"/>
          <p:nvPr>
            <p:ph type="title"/>
          </p:nvPr>
        </p:nvSpPr>
        <p:spPr>
          <a:xfrm>
            <a:off x="2430463" y="2879725"/>
            <a:ext cx="27543125" cy="7200900"/>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12"/>
          <p:cNvSpPr txBox="1"/>
          <p:nvPr>
            <p:ph idx="1" type="body"/>
          </p:nvPr>
        </p:nvSpPr>
        <p:spPr>
          <a:xfrm rot="5400000">
            <a:off x="3240088" y="11671300"/>
            <a:ext cx="25923875" cy="27543125"/>
          </a:xfrm>
          <a:prstGeom prst="rect">
            <a:avLst/>
          </a:prstGeom>
          <a:noFill/>
          <a:ln>
            <a:noFill/>
          </a:ln>
        </p:spPr>
        <p:txBody>
          <a:bodyPr anchorCtr="0" anchor="t" bIns="215975" lIns="431975" spcFirstLastPara="1" rIns="431975" wrap="square" tIns="215975">
            <a:noAutofit/>
          </a:bodyPr>
          <a:lstStyle>
            <a:lvl1pPr indent="-342900" lvl="0" marL="457200" algn="l">
              <a:lnSpc>
                <a:spcPct val="100000"/>
              </a:lnSpc>
              <a:spcBef>
                <a:spcPts val="360"/>
              </a:spcBef>
              <a:spcAft>
                <a:spcPts val="0"/>
              </a:spcAft>
              <a:buSzPts val="1800"/>
              <a:buChar char="●"/>
              <a:defRPr/>
            </a:lvl1pPr>
            <a:lvl2pPr indent="-285750" lvl="1" marL="914400" algn="l">
              <a:lnSpc>
                <a:spcPct val="100000"/>
              </a:lnSpc>
              <a:spcBef>
                <a:spcPts val="360"/>
              </a:spcBef>
              <a:spcAft>
                <a:spcPts val="0"/>
              </a:spcAft>
              <a:buSzPts val="9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6" name="Google Shape;76;p12"/>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is" type="vertTitleAndTx">
  <p:cSld name="VERTICAL_TITLE_AND_VERTICAL_TEXT">
    <p:spTree>
      <p:nvGrpSpPr>
        <p:cNvPr id="79" name="Shape 79"/>
        <p:cNvGrpSpPr/>
        <p:nvPr/>
      </p:nvGrpSpPr>
      <p:grpSpPr>
        <a:xfrm>
          <a:off x="0" y="0"/>
          <a:ext cx="0" cy="0"/>
          <a:chOff x="0" y="0"/>
          <a:chExt cx="0" cy="0"/>
        </a:xfrm>
      </p:grpSpPr>
      <p:sp>
        <p:nvSpPr>
          <p:cNvPr id="80" name="Google Shape;80;p13"/>
          <p:cNvSpPr txBox="1"/>
          <p:nvPr>
            <p:ph type="title"/>
          </p:nvPr>
        </p:nvSpPr>
        <p:spPr>
          <a:xfrm rot="5400000">
            <a:off x="8768557" y="17199769"/>
            <a:ext cx="35525075" cy="6884988"/>
          </a:xfrm>
          <a:prstGeom prst="rect">
            <a:avLst/>
          </a:prstGeom>
          <a:noFill/>
          <a:ln>
            <a:noFill/>
          </a:ln>
        </p:spPr>
        <p:txBody>
          <a:bodyPr anchorCtr="0" anchor="b" bIns="215975" lIns="431975" spcFirstLastPara="1" rIns="431975" wrap="square" tIns="2159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3"/>
          <p:cNvSpPr txBox="1"/>
          <p:nvPr>
            <p:ph idx="1" type="body"/>
          </p:nvPr>
        </p:nvSpPr>
        <p:spPr>
          <a:xfrm rot="5400000">
            <a:off x="-5079206" y="10389394"/>
            <a:ext cx="35525075" cy="20505737"/>
          </a:xfrm>
          <a:prstGeom prst="rect">
            <a:avLst/>
          </a:prstGeom>
          <a:noFill/>
          <a:ln>
            <a:noFill/>
          </a:ln>
        </p:spPr>
        <p:txBody>
          <a:bodyPr anchorCtr="0" anchor="t" bIns="215975" lIns="431975" spcFirstLastPara="1" rIns="431975" wrap="square" tIns="215975">
            <a:noAutofit/>
          </a:bodyPr>
          <a:lstStyle>
            <a:lvl1pPr indent="-342900" lvl="0" marL="457200" algn="l">
              <a:lnSpc>
                <a:spcPct val="100000"/>
              </a:lnSpc>
              <a:spcBef>
                <a:spcPts val="360"/>
              </a:spcBef>
              <a:spcAft>
                <a:spcPts val="0"/>
              </a:spcAft>
              <a:buSzPts val="1800"/>
              <a:buChar char="●"/>
              <a:defRPr/>
            </a:lvl1pPr>
            <a:lvl2pPr indent="-285750" lvl="1" marL="914400" algn="l">
              <a:lnSpc>
                <a:spcPct val="100000"/>
              </a:lnSpc>
              <a:spcBef>
                <a:spcPts val="360"/>
              </a:spcBef>
              <a:spcAft>
                <a:spcPts val="0"/>
              </a:spcAft>
              <a:buSzPts val="9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2" name="Google Shape;82;p13"/>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algn="l">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algn="ctr">
              <a:lnSpc>
                <a:spcPct val="100000"/>
              </a:lnSpc>
              <a:spcBef>
                <a:spcPts val="330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3"/>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EE3"/>
        </a:solidFill>
      </p:bgPr>
    </p:bg>
    <p:spTree>
      <p:nvGrpSpPr>
        <p:cNvPr id="9" name="Shape 9"/>
        <p:cNvGrpSpPr/>
        <p:nvPr/>
      </p:nvGrpSpPr>
      <p:grpSpPr>
        <a:xfrm>
          <a:off x="0" y="0"/>
          <a:ext cx="0" cy="0"/>
          <a:chOff x="0" y="0"/>
          <a:chExt cx="0" cy="0"/>
        </a:xfrm>
      </p:grpSpPr>
      <p:sp>
        <p:nvSpPr>
          <p:cNvPr id="10" name="Google Shape;10;p2"/>
          <p:cNvSpPr txBox="1"/>
          <p:nvPr>
            <p:ph type="title"/>
          </p:nvPr>
        </p:nvSpPr>
        <p:spPr>
          <a:xfrm>
            <a:off x="2430463" y="2879725"/>
            <a:ext cx="27543125" cy="7200900"/>
          </a:xfrm>
          <a:prstGeom prst="rect">
            <a:avLst/>
          </a:prstGeom>
          <a:noFill/>
          <a:ln>
            <a:noFill/>
          </a:ln>
        </p:spPr>
        <p:txBody>
          <a:bodyPr anchorCtr="0" anchor="b" bIns="215975" lIns="431975" spcFirstLastPara="1" rIns="431975" wrap="square" tIns="215975">
            <a:noAutofit/>
          </a:bodyPr>
          <a:lstStyle>
            <a:lvl1pPr lvl="0"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0800" u="none" cap="none" strike="noStrike">
                <a:solidFill>
                  <a:schemeClr val="dk2"/>
                </a:solidFill>
                <a:latin typeface="Times New Roman"/>
                <a:ea typeface="Times New Roman"/>
                <a:cs typeface="Times New Roman"/>
                <a:sym typeface="Times New Roman"/>
              </a:defRPr>
            </a:lvl9pPr>
          </a:lstStyle>
          <a:p/>
        </p:txBody>
      </p:sp>
      <p:sp>
        <p:nvSpPr>
          <p:cNvPr id="11" name="Google Shape;11;p2"/>
          <p:cNvSpPr txBox="1"/>
          <p:nvPr>
            <p:ph idx="1" type="body"/>
          </p:nvPr>
        </p:nvSpPr>
        <p:spPr>
          <a:xfrm>
            <a:off x="2430463" y="12480925"/>
            <a:ext cx="27543125" cy="25923875"/>
          </a:xfrm>
          <a:prstGeom prst="rect">
            <a:avLst/>
          </a:prstGeom>
          <a:noFill/>
          <a:ln>
            <a:noFill/>
          </a:ln>
        </p:spPr>
        <p:txBody>
          <a:bodyPr anchorCtr="0" anchor="t" bIns="215975" lIns="431975" spcFirstLastPara="1" rIns="431975" wrap="square" tIns="215975">
            <a:noAutofit/>
          </a:bodyPr>
          <a:lstStyle>
            <a:lvl1pPr indent="-1181100" lvl="0" marL="457200" marR="0" rtl="0" algn="l">
              <a:lnSpc>
                <a:spcPct val="100000"/>
              </a:lnSpc>
              <a:spcBef>
                <a:spcPts val="3000"/>
              </a:spcBef>
              <a:spcAft>
                <a:spcPts val="0"/>
              </a:spcAft>
              <a:buClr>
                <a:schemeClr val="lt2"/>
              </a:buClr>
              <a:buSzPts val="15000"/>
              <a:buFont typeface="Arial"/>
              <a:buChar char="●"/>
              <a:defRPr b="0" i="0" sz="15000" u="none" cap="none" strike="noStrike">
                <a:solidFill>
                  <a:schemeClr val="dk1"/>
                </a:solidFill>
                <a:latin typeface="Times New Roman"/>
                <a:ea typeface="Times New Roman"/>
                <a:cs typeface="Times New Roman"/>
                <a:sym typeface="Times New Roman"/>
              </a:defRPr>
            </a:lvl1pPr>
            <a:lvl2pPr indent="-647700" lvl="1" marL="914400" marR="0" rtl="0" algn="l">
              <a:lnSpc>
                <a:spcPct val="100000"/>
              </a:lnSpc>
              <a:spcBef>
                <a:spcPts val="2640"/>
              </a:spcBef>
              <a:spcAft>
                <a:spcPts val="0"/>
              </a:spcAft>
              <a:buClr>
                <a:schemeClr val="lt2"/>
              </a:buClr>
              <a:buSzPts val="6600"/>
              <a:buFont typeface="Arial"/>
              <a:buChar char="●"/>
              <a:defRPr b="0" i="0" sz="13200" u="none" cap="none" strike="noStrike">
                <a:solidFill>
                  <a:schemeClr val="dk1"/>
                </a:solidFill>
                <a:latin typeface="Times New Roman"/>
                <a:ea typeface="Times New Roman"/>
                <a:cs typeface="Times New Roman"/>
                <a:sym typeface="Times New Roman"/>
              </a:defRPr>
            </a:lvl2pPr>
            <a:lvl3pPr indent="-939800" lvl="2" marL="1371600" marR="0" rtl="0" algn="l">
              <a:lnSpc>
                <a:spcPct val="100000"/>
              </a:lnSpc>
              <a:spcBef>
                <a:spcPts val="2240"/>
              </a:spcBef>
              <a:spcAft>
                <a:spcPts val="0"/>
              </a:spcAft>
              <a:buClr>
                <a:schemeClr val="dk1"/>
              </a:buClr>
              <a:buSzPts val="11200"/>
              <a:buFont typeface="Times New Roman"/>
              <a:buChar char="•"/>
              <a:defRPr b="0" i="0" sz="11200" u="none" cap="none" strike="noStrike">
                <a:solidFill>
                  <a:schemeClr val="dk1"/>
                </a:solidFill>
                <a:latin typeface="Times New Roman"/>
                <a:ea typeface="Times New Roman"/>
                <a:cs typeface="Times New Roman"/>
                <a:sym typeface="Times New Roman"/>
              </a:defRPr>
            </a:lvl3pPr>
            <a:lvl4pPr indent="-825500" lvl="3" marL="18288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4pPr>
            <a:lvl5pPr indent="-825500" lvl="4" marL="22860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5pPr>
            <a:lvl6pPr indent="-825500" lvl="5" marL="27432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6pPr>
            <a:lvl7pPr indent="-825500" lvl="6" marL="32004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7pPr>
            <a:lvl8pPr indent="-825500" lvl="7" marL="36576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8pPr>
            <a:lvl9pPr indent="-825500" lvl="8" marL="4114800" marR="0" rtl="0" algn="l">
              <a:lnSpc>
                <a:spcPct val="100000"/>
              </a:lnSpc>
              <a:spcBef>
                <a:spcPts val="1880"/>
              </a:spcBef>
              <a:spcAft>
                <a:spcPts val="0"/>
              </a:spcAft>
              <a:buClr>
                <a:schemeClr val="dk1"/>
              </a:buClr>
              <a:buSzPts val="9400"/>
              <a:buFont typeface="Times New Roman"/>
              <a:buChar char="»"/>
              <a:defRPr b="0" i="0" sz="9400" u="none" cap="none" strike="noStrike">
                <a:solidFill>
                  <a:schemeClr val="dk1"/>
                </a:solidFill>
                <a:latin typeface="Times New Roman"/>
                <a:ea typeface="Times New Roman"/>
                <a:cs typeface="Times New Roman"/>
                <a:sym typeface="Times New Roman"/>
              </a:defRPr>
            </a:lvl9pPr>
          </a:lstStyle>
          <a:p/>
        </p:txBody>
      </p:sp>
      <p:sp>
        <p:nvSpPr>
          <p:cNvPr id="12" name="Google Shape;12;p2"/>
          <p:cNvSpPr txBox="1"/>
          <p:nvPr>
            <p:ph idx="10" type="dt"/>
          </p:nvPr>
        </p:nvSpPr>
        <p:spPr>
          <a:xfrm>
            <a:off x="2430463" y="39365238"/>
            <a:ext cx="6750050" cy="2879725"/>
          </a:xfrm>
          <a:prstGeom prst="rect">
            <a:avLst/>
          </a:prstGeom>
          <a:noFill/>
          <a:ln>
            <a:noFill/>
          </a:ln>
        </p:spPr>
        <p:txBody>
          <a:bodyPr anchorCtr="0" anchor="t" bIns="215975" lIns="431975" spcFirstLastPara="1" rIns="431975" wrap="square" tIns="215975">
            <a:noAutofit/>
          </a:bodyPr>
          <a:lstStyle>
            <a:lvl1pPr lvl="0" marR="0" rtl="0" algn="l">
              <a:lnSpc>
                <a:spcPct val="100000"/>
              </a:lnSpc>
              <a:spcBef>
                <a:spcPts val="3300"/>
              </a:spcBef>
              <a:spcAft>
                <a:spcPts val="0"/>
              </a:spcAft>
              <a:buClr>
                <a:srgbClr val="000000"/>
              </a:buClr>
              <a:buSzPts val="1400"/>
              <a:buFont typeface="Arial"/>
              <a:buNone/>
              <a:defRPr b="0" i="0" sz="6600" u="none" cap="none" strike="noStrike">
                <a:solidFill>
                  <a:schemeClr val="lt2"/>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9pPr>
          </a:lstStyle>
          <a:p/>
        </p:txBody>
      </p:sp>
      <p:sp>
        <p:nvSpPr>
          <p:cNvPr id="13" name="Google Shape;13;p2"/>
          <p:cNvSpPr txBox="1"/>
          <p:nvPr>
            <p:ph idx="11" type="ftr"/>
          </p:nvPr>
        </p:nvSpPr>
        <p:spPr>
          <a:xfrm>
            <a:off x="11071225" y="39365238"/>
            <a:ext cx="10261600" cy="2879725"/>
          </a:xfrm>
          <a:prstGeom prst="rect">
            <a:avLst/>
          </a:prstGeom>
          <a:noFill/>
          <a:ln>
            <a:noFill/>
          </a:ln>
        </p:spPr>
        <p:txBody>
          <a:bodyPr anchorCtr="0" anchor="t" bIns="215975" lIns="431975" spcFirstLastPara="1" rIns="431975" wrap="square" tIns="215975">
            <a:noAutofit/>
          </a:bodyPr>
          <a:lstStyle>
            <a:lvl1pPr lvl="0" marR="0" rtl="0" algn="ctr">
              <a:lnSpc>
                <a:spcPct val="100000"/>
              </a:lnSpc>
              <a:spcBef>
                <a:spcPts val="3300"/>
              </a:spcBef>
              <a:spcAft>
                <a:spcPts val="0"/>
              </a:spcAft>
              <a:buClr>
                <a:srgbClr val="000000"/>
              </a:buClr>
              <a:buSzPts val="1400"/>
              <a:buFont typeface="Arial"/>
              <a:buNone/>
              <a:defRPr b="0" i="0" sz="6600" u="none" cap="none" strike="noStrike">
                <a:solidFill>
                  <a:schemeClr val="lt2"/>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Arial"/>
              <a:buNone/>
              <a:defRPr b="0" i="0" sz="2600" u="none" cap="none" strike="noStrike">
                <a:solidFill>
                  <a:schemeClr val="dk1"/>
                </a:solidFill>
                <a:latin typeface="Times New Roman"/>
                <a:ea typeface="Times New Roman"/>
                <a:cs typeface="Times New Roman"/>
                <a:sym typeface="Times New Roman"/>
              </a:defRPr>
            </a:lvl9pPr>
          </a:lstStyle>
          <a:p/>
        </p:txBody>
      </p:sp>
      <p:sp>
        <p:nvSpPr>
          <p:cNvPr id="14" name="Google Shape;14;p2"/>
          <p:cNvSpPr txBox="1"/>
          <p:nvPr>
            <p:ph idx="12" type="sldNum"/>
          </p:nvPr>
        </p:nvSpPr>
        <p:spPr>
          <a:xfrm>
            <a:off x="23223538" y="39365238"/>
            <a:ext cx="6750050" cy="2879725"/>
          </a:xfrm>
          <a:prstGeom prst="rect">
            <a:avLst/>
          </a:prstGeom>
          <a:noFill/>
          <a:ln>
            <a:noFill/>
          </a:ln>
        </p:spPr>
        <p:txBody>
          <a:bodyPr anchorCtr="0" anchor="t" bIns="215975" lIns="431975" spcFirstLastPara="1" rIns="431975" wrap="square" tIns="215975">
            <a:noAutofit/>
          </a:bodyPr>
          <a:lstStyle>
            <a:lvl1pPr indent="0" lvl="0"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rgbClr val="000000"/>
              </a:buClr>
              <a:buSzPts val="6600"/>
              <a:buFont typeface="Arial"/>
              <a:buNone/>
              <a:defRPr b="0" i="0" sz="6600" u="none" cap="none" strike="noStrike">
                <a:solidFill>
                  <a:schemeClr val="lt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h3c4b9edaebb761c2_0_0"/>
          <p:cNvSpPr txBox="1"/>
          <p:nvPr/>
        </p:nvSpPr>
        <p:spPr>
          <a:xfrm>
            <a:off x="754332" y="8712000"/>
            <a:ext cx="32188200" cy="1568700"/>
          </a:xfrm>
          <a:prstGeom prst="rect">
            <a:avLst/>
          </a:prstGeom>
          <a:noFill/>
          <a:ln>
            <a:noFill/>
          </a:ln>
        </p:spPr>
        <p:txBody>
          <a:bodyPr anchorCtr="0" anchor="t" bIns="75600" lIns="151200" spcFirstLastPara="1" rIns="151200" wrap="square" tIns="75600">
            <a:spAutoFit/>
          </a:bodyPr>
          <a:lstStyle/>
          <a:p>
            <a:pPr indent="0" lvl="0" marL="0" marR="0" rtl="0" algn="ctr">
              <a:lnSpc>
                <a:spcPct val="100000"/>
              </a:lnSpc>
              <a:spcBef>
                <a:spcPts val="0"/>
              </a:spcBef>
              <a:spcAft>
                <a:spcPts val="0"/>
              </a:spcAft>
              <a:buClr>
                <a:srgbClr val="000000"/>
              </a:buClr>
              <a:buSzPts val="4600"/>
              <a:buFont typeface="Arial"/>
              <a:buNone/>
            </a:pPr>
            <a:r>
              <a:rPr b="0" i="0" lang="pt-BR" sz="4600" u="none" cap="none" strike="noStrike">
                <a:solidFill>
                  <a:schemeClr val="dk1"/>
                </a:solidFill>
                <a:latin typeface="Arial"/>
                <a:ea typeface="Arial"/>
                <a:cs typeface="Arial"/>
                <a:sym typeface="Arial"/>
              </a:rPr>
              <a:t>Autores*: Thamyres Tosarelli, Beatriz Gouvea</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4600"/>
              <a:buFont typeface="Arial"/>
              <a:buNone/>
            </a:pPr>
            <a:r>
              <a:rPr b="0" i="0" lang="pt-BR" sz="4600" u="none" cap="none" strike="noStrike">
                <a:solidFill>
                  <a:schemeClr val="dk1"/>
                </a:solidFill>
                <a:latin typeface="Arial"/>
                <a:ea typeface="Arial"/>
                <a:cs typeface="Arial"/>
                <a:sym typeface="Arial"/>
              </a:rPr>
              <a:t>Orientadores**: Rosemary Baptista Martins Teixeira, Ricardo Matsura Kodama</a:t>
            </a:r>
            <a:endParaRPr b="0" i="0" sz="4000" u="none" cap="none" strike="noStrike">
              <a:solidFill>
                <a:schemeClr val="dk1"/>
              </a:solidFill>
              <a:latin typeface="Arial"/>
              <a:ea typeface="Arial"/>
              <a:cs typeface="Arial"/>
              <a:sym typeface="Arial"/>
            </a:endParaRPr>
          </a:p>
        </p:txBody>
      </p:sp>
      <p:sp>
        <p:nvSpPr>
          <p:cNvPr id="91" name="Google Shape;91;h3c4b9edaebb761c2_0_0"/>
          <p:cNvSpPr txBox="1"/>
          <p:nvPr/>
        </p:nvSpPr>
        <p:spPr>
          <a:xfrm>
            <a:off x="434209" y="37980000"/>
            <a:ext cx="30996000" cy="3169500"/>
          </a:xfrm>
          <a:prstGeom prst="rect">
            <a:avLst/>
          </a:prstGeom>
          <a:noFill/>
          <a:ln>
            <a:noFill/>
          </a:ln>
        </p:spPr>
        <p:txBody>
          <a:bodyPr anchorCtr="0" anchor="t" bIns="75600" lIns="151200" spcFirstLastPara="1" rIns="151200" wrap="square" tIns="75600">
            <a:spAutoFit/>
          </a:bodyPr>
          <a:lstStyle/>
          <a:p>
            <a:pPr indent="0" lvl="0" marL="0" marR="0" rtl="0" algn="l">
              <a:lnSpc>
                <a:spcPct val="100000"/>
              </a:lnSpc>
              <a:spcBef>
                <a:spcPts val="0"/>
              </a:spcBef>
              <a:spcAft>
                <a:spcPts val="0"/>
              </a:spcAft>
              <a:buClr>
                <a:srgbClr val="000000"/>
              </a:buClr>
              <a:buSzPts val="2600"/>
              <a:buFont typeface="Arial"/>
              <a:buNone/>
            </a:pPr>
            <a:r>
              <a:rPr b="1" i="0" lang="pt-BR" sz="2600" u="sng" cap="none" strike="noStrike">
                <a:solidFill>
                  <a:schemeClr val="dk1"/>
                </a:solidFill>
                <a:latin typeface="Arial"/>
                <a:ea typeface="Arial"/>
                <a:cs typeface="Arial"/>
                <a:sym typeface="Arial"/>
              </a:rPr>
              <a:t>Referências:</a:t>
            </a:r>
            <a:endParaRPr b="0" i="0" sz="2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ALBHAISI, I. N. et al. Effectiveness of psychological techniques in dental management for children with autism spectrum disorder: a systematic literature review. BMC Oral Health, v. 22, 2022.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AMERICAN ACADEMY OF PEDIATRIC DENTISTRY. Behavior guidance for the pediatric dental patient. In: The Reference Manual of Pediatric Dentistry. Chicago: AAPD, 2024. p. 358-378.</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BALIAN, A. et al. Is visual pedagogy effective in improving cooperation towards oral hygiene and dental care in children with autism spectrum disorder? Int. J. Environ. Res. Public Health, v. 18, n. 2, p. 789, 2021.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BEZERRA, R. C.; ASSIS, J. A.; SANTOS, P. U. O atendimento odontológico à crianças com Transtorno do Espectro Autista: uma revisão de literatura. Brazilian Journal of Health Review, v. 6, n. 3, p. 13155-13171, 2023.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CERMAK, S. A. et al. Sensory adapted dental environments to enhance oral care for children with autism spectrum disorders. J. Autism Dev. Disord., v. 45, n. 9, p. 2876-2888, 2015.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DA SILVA MORO, J. et al. Efficacy of the video modeling technique as a facilitator of non-invasive dental care in autistic children: randomized clinical trial. J. Autism Dev. Disord., v. 54, n. 2, p. 501-508, 2024.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DRUMOND, V. Z. et al. Dental caries in children with attention deficit/hyperactivity disorder: a meta-analysis. Caries Research, v. 56, n. 1, p. 3-14, 2022.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STEIN DUKER, L. I. et al. Sensory adaptations to improve physiological and behavioral distress during dental visits in autistic children. JAMA Network Open, v. 6, n. 6, e2316346, 2023.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*Thamyres Tosarelli, Beatriz Gouvea - Campus Marquês, São Paulo.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**Rosemary Baptista Martins Teixeira, Ricardo Matsura Kodama - UNIP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rPr b="1" i="0" lang="pt-BR" sz="2600" u="sng" cap="none" strike="noStrike">
                <a:solidFill>
                  <a:schemeClr val="dk1"/>
                </a:solidFill>
                <a:latin typeface="Arial"/>
                <a:ea typeface="Arial"/>
                <a:cs typeface="Arial"/>
                <a:sym typeface="Arial"/>
              </a:rPr>
              <a:t>Palavras-chave:</a:t>
            </a:r>
            <a:endParaRPr b="0" i="0" sz="2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dk1"/>
                </a:solidFill>
                <a:latin typeface="Times New Roman"/>
                <a:ea typeface="Times New Roman"/>
                <a:cs typeface="Times New Roman"/>
                <a:sym typeface="Times New Roman"/>
              </a:rPr>
              <a:t>Transtorno do Espectro Autista; Assistência Odontológica para Pessoas com Deficiências; Manejo Comportamental.</a:t>
            </a:r>
            <a:endParaRPr b="0" i="0" sz="1400" u="none" cap="none" strike="noStrike">
              <a:solidFill>
                <a:srgbClr val="000000"/>
              </a:solidFill>
              <a:latin typeface="Arial"/>
              <a:ea typeface="Arial"/>
              <a:cs typeface="Arial"/>
              <a:sym typeface="Arial"/>
            </a:endParaRPr>
          </a:p>
        </p:txBody>
      </p:sp>
      <p:sp>
        <p:nvSpPr>
          <p:cNvPr id="92" name="Google Shape;92;h3c4b9edaebb761c2_0_0"/>
          <p:cNvSpPr txBox="1"/>
          <p:nvPr/>
        </p:nvSpPr>
        <p:spPr>
          <a:xfrm>
            <a:off x="6551058" y="244434"/>
            <a:ext cx="20594700" cy="3615900"/>
          </a:xfrm>
          <a:prstGeom prst="rect">
            <a:avLst/>
          </a:prstGeom>
          <a:noFill/>
          <a:ln>
            <a:noFill/>
          </a:ln>
          <a:effectLst>
            <a:outerShdw rotWithShape="0" algn="ctr" dir="2700000" dist="35921">
              <a:srgbClr val="000000"/>
            </a:outerShdw>
          </a:effectLst>
        </p:spPr>
        <p:txBody>
          <a:bodyPr anchorCtr="0" anchor="t" bIns="75600" lIns="151200" spcFirstLastPara="1" rIns="151200" wrap="square" tIns="75600">
            <a:spAutoFit/>
          </a:bodyPr>
          <a:lstStyle/>
          <a:p>
            <a:pPr indent="0" lvl="0" marL="0" marR="0" rtl="0" algn="ctr">
              <a:lnSpc>
                <a:spcPct val="100000"/>
              </a:lnSpc>
              <a:spcBef>
                <a:spcPts val="0"/>
              </a:spcBef>
              <a:spcAft>
                <a:spcPts val="0"/>
              </a:spcAft>
              <a:buClr>
                <a:srgbClr val="000000"/>
              </a:buClr>
              <a:buSzPts val="7900"/>
              <a:buFont typeface="Arial"/>
              <a:buNone/>
            </a:pPr>
            <a:r>
              <a:rPr b="1" i="0" lang="pt-BR" sz="7900" u="none" cap="none" strike="noStrike">
                <a:solidFill>
                  <a:srgbClr val="003366"/>
                </a:solidFill>
                <a:latin typeface="Arial"/>
                <a:ea typeface="Arial"/>
                <a:cs typeface="Arial"/>
                <a:sym typeface="Arial"/>
              </a:rPr>
              <a:t> </a:t>
            </a:r>
            <a:r>
              <a:rPr b="1" i="0" lang="pt-BR" sz="7300" u="none" cap="none" strike="noStrike">
                <a:solidFill>
                  <a:srgbClr val="000066"/>
                </a:solidFill>
                <a:latin typeface="Arial"/>
                <a:ea typeface="Arial"/>
                <a:cs typeface="Arial"/>
                <a:sym typeface="Arial"/>
              </a:rPr>
              <a:t>Universidade Paulista</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00"/>
              <a:buFont typeface="Arial"/>
              <a:buNone/>
            </a:pPr>
            <a:r>
              <a:rPr b="1" i="0" lang="pt-BR" sz="7300" u="none" cap="none" strike="noStrike">
                <a:solidFill>
                  <a:srgbClr val="000066"/>
                </a:solidFill>
                <a:latin typeface="Arial"/>
                <a:ea typeface="Arial"/>
                <a:cs typeface="Arial"/>
                <a:sym typeface="Arial"/>
              </a:rPr>
              <a:t>Faculdade de Odontologia</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300"/>
              <a:buFont typeface="Arial"/>
              <a:buNone/>
            </a:pPr>
            <a:r>
              <a:rPr b="1" i="0" lang="pt-BR" sz="7300" u="none" cap="none" strike="noStrike">
                <a:solidFill>
                  <a:srgbClr val="000066"/>
                </a:solidFill>
                <a:latin typeface="Arial"/>
                <a:ea typeface="Arial"/>
                <a:cs typeface="Arial"/>
                <a:sym typeface="Arial"/>
              </a:rPr>
              <a:t>Campus Marquês</a:t>
            </a:r>
            <a:endParaRPr b="1" i="0" sz="8900" u="none" cap="none" strike="noStrike">
              <a:solidFill>
                <a:srgbClr val="000066"/>
              </a:solidFill>
              <a:latin typeface="Arial"/>
              <a:ea typeface="Arial"/>
              <a:cs typeface="Arial"/>
              <a:sym typeface="Arial"/>
            </a:endParaRPr>
          </a:p>
        </p:txBody>
      </p:sp>
      <p:sp>
        <p:nvSpPr>
          <p:cNvPr id="93" name="Google Shape;93;h3c4b9edaebb761c2_0_0"/>
          <p:cNvSpPr txBox="1"/>
          <p:nvPr/>
        </p:nvSpPr>
        <p:spPr>
          <a:xfrm>
            <a:off x="717615" y="10152000"/>
            <a:ext cx="30964200" cy="2923200"/>
          </a:xfrm>
          <a:prstGeom prst="rect">
            <a:avLst/>
          </a:prstGeom>
          <a:noFill/>
          <a:ln>
            <a:noFill/>
          </a:ln>
        </p:spPr>
        <p:txBody>
          <a:bodyPr anchorCtr="0" anchor="t" bIns="75600" lIns="151200" spcFirstLastPara="1" rIns="151200" wrap="square" tIns="75600">
            <a:spAutoFit/>
          </a:bodyPr>
          <a:lstStyle/>
          <a:p>
            <a:pPr indent="0" lvl="0" marL="0" marR="0" rtl="0" algn="just">
              <a:lnSpc>
                <a:spcPct val="100000"/>
              </a:lnSpc>
              <a:spcBef>
                <a:spcPts val="0"/>
              </a:spcBef>
              <a:spcAft>
                <a:spcPts val="0"/>
              </a:spcAft>
              <a:buClr>
                <a:srgbClr val="000000"/>
              </a:buClr>
              <a:buSzPts val="6600"/>
              <a:buFont typeface="Arial"/>
              <a:buNone/>
            </a:pPr>
            <a:r>
              <a:rPr b="1" i="0" lang="pt-BR" sz="6600" u="none" cap="none" strike="noStrike">
                <a:solidFill>
                  <a:schemeClr val="dk1"/>
                </a:solidFill>
                <a:latin typeface="Arial"/>
                <a:ea typeface="Arial"/>
                <a:cs typeface="Arial"/>
                <a:sym typeface="Arial"/>
              </a:rPr>
              <a:t>Introdução/ Revisão de Literatura</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4800"/>
              <a:buFont typeface="Arial"/>
              <a:buNone/>
            </a:pPr>
            <a:r>
              <a:rPr b="0" i="0" lang="pt-BR" sz="4800" u="none" cap="none" strike="noStrike">
                <a:solidFill>
                  <a:schemeClr val="dk1"/>
                </a:solidFill>
                <a:latin typeface="Arial"/>
                <a:ea typeface="Arial"/>
                <a:cs typeface="Arial"/>
                <a:sym typeface="Arial"/>
              </a:rPr>
              <a:t>O Transtorno do Espectro Autista (TEA) nível 3 exige maior suporte, com comunicação verbal limitada, comportamentos repetitivos e alterações sensoriais. Com frequência vem acompanhado do Transtorno de Déficit de Atenção e Hiperatividade (TDAH) e do Transtorno de Ansiedade Generalizada (TAG), o que reduz a colaboração no consultório. Esses pacientes têm maior risco de cárie e de doença periodontal, pois a higiene bucal depende do cuidador, a dieta costuma ser seletiva e cariogênica e os psicofármacos reduzem o fluxo salivar.</a:t>
            </a:r>
            <a:endParaRPr b="0" i="0" sz="1400" u="none" cap="none" strike="noStrike">
              <a:solidFill>
                <a:srgbClr val="000000"/>
              </a:solidFill>
              <a:latin typeface="Arial"/>
              <a:ea typeface="Arial"/>
              <a:cs typeface="Arial"/>
              <a:sym typeface="Arial"/>
            </a:endParaRPr>
          </a:p>
        </p:txBody>
      </p:sp>
      <p:sp>
        <p:nvSpPr>
          <p:cNvPr id="94" name="Google Shape;94;h3c4b9edaebb761c2_0_0"/>
          <p:cNvSpPr txBox="1"/>
          <p:nvPr/>
        </p:nvSpPr>
        <p:spPr>
          <a:xfrm>
            <a:off x="754332" y="15552000"/>
            <a:ext cx="31016700" cy="2184600"/>
          </a:xfrm>
          <a:prstGeom prst="rect">
            <a:avLst/>
          </a:prstGeom>
          <a:noFill/>
          <a:ln>
            <a:noFill/>
          </a:ln>
        </p:spPr>
        <p:txBody>
          <a:bodyPr anchorCtr="0" anchor="t" bIns="75600" lIns="151200" spcFirstLastPara="1" rIns="151200" wrap="square" tIns="75600">
            <a:spAutoFit/>
          </a:bodyPr>
          <a:lstStyle/>
          <a:p>
            <a:pPr indent="0" lvl="0" marL="0" marR="0" rtl="0" algn="just">
              <a:lnSpc>
                <a:spcPct val="100000"/>
              </a:lnSpc>
              <a:spcBef>
                <a:spcPts val="0"/>
              </a:spcBef>
              <a:spcAft>
                <a:spcPts val="0"/>
              </a:spcAft>
              <a:buClr>
                <a:srgbClr val="000000"/>
              </a:buClr>
              <a:buSzPts val="6600"/>
              <a:buFont typeface="Arial"/>
              <a:buNone/>
            </a:pPr>
            <a:r>
              <a:rPr b="1" i="0" lang="pt-BR" sz="6600" u="none" cap="none" strike="noStrike">
                <a:solidFill>
                  <a:schemeClr val="dk1"/>
                </a:solidFill>
                <a:latin typeface="Arial"/>
                <a:ea typeface="Arial"/>
                <a:cs typeface="Arial"/>
                <a:sym typeface="Arial"/>
              </a:rPr>
              <a:t>Material e Métodos</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4800"/>
              <a:buFont typeface="Arial"/>
              <a:buNone/>
            </a:pPr>
            <a:r>
              <a:rPr b="0" i="0" lang="pt-BR" sz="4800" u="none" cap="none" strike="noStrike">
                <a:solidFill>
                  <a:schemeClr val="dk1"/>
                </a:solidFill>
                <a:latin typeface="Arial"/>
                <a:ea typeface="Arial"/>
                <a:cs typeface="Arial"/>
                <a:sym typeface="Arial"/>
              </a:rPr>
              <a:t>O atendimento começa por anamnese detalhada com o responsável, que informa a rotina da criança, a forma de comunicação e os estímulos que causam desconforto. As consultas devem ser curtas, no mesmo horário, na mesma sala e com a mesma equipe, sendo a primeira apenas de adaptação, sem procedimento clínico. O condicionamento é gradual, por dessensibilização, associada ao dizer-mostrar-fazer, à pedagogia visual com pranchas e agendas de figuras, a vídeos que mostram o procedimento antes da consulta e ao reforço positivo a cada etapa cumprida. O ambiente é adaptado com redução de luz, ruído e odores, mantendo-se o cuidador presente.</a:t>
            </a:r>
            <a:endParaRPr b="0" i="0" sz="1400" u="none" cap="none" strike="noStrike">
              <a:solidFill>
                <a:srgbClr val="000000"/>
              </a:solidFill>
              <a:latin typeface="Arial"/>
              <a:ea typeface="Arial"/>
              <a:cs typeface="Arial"/>
              <a:sym typeface="Arial"/>
            </a:endParaRPr>
          </a:p>
        </p:txBody>
      </p:sp>
      <p:sp>
        <p:nvSpPr>
          <p:cNvPr id="95" name="Google Shape;95;h3c4b9edaebb761c2_0_0"/>
          <p:cNvSpPr txBox="1"/>
          <p:nvPr/>
        </p:nvSpPr>
        <p:spPr>
          <a:xfrm>
            <a:off x="3890593" y="6408000"/>
            <a:ext cx="25202700" cy="1323600"/>
          </a:xfrm>
          <a:prstGeom prst="rect">
            <a:avLst/>
          </a:prstGeom>
          <a:noFill/>
          <a:ln>
            <a:noFill/>
          </a:ln>
        </p:spPr>
        <p:txBody>
          <a:bodyPr anchorCtr="0" anchor="t" bIns="45700" lIns="91425" spcFirstLastPara="1" rIns="91425" wrap="square" tIns="45700">
            <a:spAutoFit/>
          </a:bodyPr>
          <a:lstStyle/>
          <a:p>
            <a:pPr indent="0" lvl="0" marL="0" marR="0" rtl="0" algn="ctr">
              <a:lnSpc>
                <a:spcPct val="107000"/>
              </a:lnSpc>
              <a:spcBef>
                <a:spcPts val="0"/>
              </a:spcBef>
              <a:spcAft>
                <a:spcPts val="0"/>
              </a:spcAft>
              <a:buClr>
                <a:srgbClr val="000000"/>
              </a:buClr>
              <a:buSzPts val="8000"/>
              <a:buFont typeface="Arial"/>
              <a:buNone/>
            </a:pPr>
            <a:r>
              <a:rPr b="1" i="0" lang="pt-BR" sz="8000" u="none" cap="none" strike="noStrike">
                <a:solidFill>
                  <a:srgbClr val="000066"/>
                </a:solidFill>
                <a:latin typeface="Arial"/>
                <a:ea typeface="Arial"/>
                <a:cs typeface="Arial"/>
                <a:sym typeface="Arial"/>
              </a:rPr>
              <a:t>MANEJO ODONTOLÓGICO DO PACIENTE COM TEA NÍVEL 3, TDAH E TAG</a:t>
            </a:r>
            <a:endParaRPr b="0" i="0" sz="1400" u="none" cap="none" strike="noStrike">
              <a:solidFill>
                <a:srgbClr val="000000"/>
              </a:solidFill>
              <a:latin typeface="Arial"/>
              <a:ea typeface="Arial"/>
              <a:cs typeface="Arial"/>
              <a:sym typeface="Arial"/>
            </a:endParaRPr>
          </a:p>
        </p:txBody>
      </p:sp>
      <p:sp>
        <p:nvSpPr>
          <p:cNvPr id="96" name="Google Shape;96;h3c4b9edaebb761c2_0_0"/>
          <p:cNvSpPr txBox="1"/>
          <p:nvPr/>
        </p:nvSpPr>
        <p:spPr>
          <a:xfrm>
            <a:off x="754332" y="24366539"/>
            <a:ext cx="31535700" cy="2923200"/>
          </a:xfrm>
          <a:prstGeom prst="rect">
            <a:avLst/>
          </a:prstGeom>
          <a:noFill/>
          <a:ln>
            <a:noFill/>
          </a:ln>
        </p:spPr>
        <p:txBody>
          <a:bodyPr anchorCtr="0" anchor="t" bIns="75600" lIns="151200" spcFirstLastPara="1" rIns="151200" wrap="square" tIns="75600">
            <a:spAutoFit/>
          </a:bodyPr>
          <a:lstStyle/>
          <a:p>
            <a:pPr indent="0" lvl="0" marL="0" marR="0" rtl="0" algn="just">
              <a:lnSpc>
                <a:spcPct val="100000"/>
              </a:lnSpc>
              <a:spcBef>
                <a:spcPts val="0"/>
              </a:spcBef>
              <a:spcAft>
                <a:spcPts val="0"/>
              </a:spcAft>
              <a:buClr>
                <a:srgbClr val="000000"/>
              </a:buClr>
              <a:buSzPts val="6600"/>
              <a:buFont typeface="Arial"/>
              <a:buNone/>
            </a:pPr>
            <a:r>
              <a:rPr b="1" i="0" lang="pt-BR" sz="6600" u="none" cap="none" strike="noStrike">
                <a:solidFill>
                  <a:schemeClr val="dk1"/>
                </a:solidFill>
                <a:latin typeface="Arial"/>
                <a:ea typeface="Arial"/>
                <a:cs typeface="Arial"/>
                <a:sym typeface="Arial"/>
              </a:rPr>
              <a:t>Resultados</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4800"/>
              <a:buFont typeface="Arial"/>
              <a:buNone/>
            </a:pPr>
            <a:r>
              <a:rPr b="0" i="0" lang="pt-BR" sz="4800" u="none" cap="none" strike="noStrike">
                <a:solidFill>
                  <a:schemeClr val="dk1"/>
                </a:solidFill>
                <a:latin typeface="Arial"/>
                <a:ea typeface="Arial"/>
                <a:cs typeface="Arial"/>
                <a:sym typeface="Arial"/>
              </a:rPr>
              <a:t>A pedagogia visual aumenta a cooperação e melhora a qualidade da escovação, e a modelagem por vídeo reduz o número de consultas necessárias para o atendimento não invasivo. A adaptação sensorial do ambiente reduz o estresse fisiológico e comportamental em todas as fases da consulta.</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4800"/>
              <a:buFont typeface="Arial"/>
              <a:buNone/>
            </a:pPr>
            <a:r>
              <a:rPr b="0" i="0" lang="pt-BR" sz="4800" u="none" cap="none" strike="noStrike">
                <a:solidFill>
                  <a:schemeClr val="dk1"/>
                </a:solidFill>
                <a:latin typeface="Arial"/>
                <a:ea typeface="Arial"/>
                <a:cs typeface="Arial"/>
                <a:sym typeface="Arial"/>
              </a:rPr>
              <a:t>A contenção protetora, a sedação e a anestesia geral permanecem indicadas apenas quando o manejo básico não é suficiente, mediante consentimento informado. Os estudos disponíveis, porém, têm amostras pequenas e grande heterogeneidade metodológica, o que impede a definição de um protocolo universal.</a:t>
            </a:r>
            <a:endParaRPr b="0" i="0" sz="1400" u="none" cap="none" strike="noStrike">
              <a:solidFill>
                <a:srgbClr val="000000"/>
              </a:solidFill>
              <a:latin typeface="Arial"/>
              <a:ea typeface="Arial"/>
              <a:cs typeface="Arial"/>
              <a:sym typeface="Arial"/>
            </a:endParaRPr>
          </a:p>
        </p:txBody>
      </p:sp>
      <p:pic>
        <p:nvPicPr>
          <p:cNvPr id="97" name="Google Shape;97;h3c4b9edaebb761c2_0_0"/>
          <p:cNvPicPr preferRelativeResize="0"/>
          <p:nvPr/>
        </p:nvPicPr>
        <p:blipFill rotWithShape="1">
          <a:blip r:embed="rId4">
            <a:alphaModFix/>
          </a:blip>
          <a:srcRect b="0" l="0" r="0" t="0"/>
          <a:stretch/>
        </p:blipFill>
        <p:spPr>
          <a:xfrm>
            <a:off x="26424776" y="466850"/>
            <a:ext cx="5005376" cy="5005376"/>
          </a:xfrm>
          <a:prstGeom prst="rect">
            <a:avLst/>
          </a:prstGeom>
          <a:noFill/>
          <a:ln>
            <a:noFill/>
          </a:ln>
        </p:spPr>
      </p:pic>
      <p:sp>
        <p:nvSpPr>
          <p:cNvPr id="98" name="Google Shape;98;h3c4b9edaebb761c2_0_0"/>
          <p:cNvSpPr txBox="1"/>
          <p:nvPr/>
        </p:nvSpPr>
        <p:spPr>
          <a:xfrm>
            <a:off x="715610" y="34661160"/>
            <a:ext cx="31535700" cy="2923200"/>
          </a:xfrm>
          <a:prstGeom prst="rect">
            <a:avLst/>
          </a:prstGeom>
          <a:noFill/>
          <a:ln>
            <a:noFill/>
          </a:ln>
        </p:spPr>
        <p:txBody>
          <a:bodyPr anchorCtr="0" anchor="t" bIns="75600" lIns="151200" spcFirstLastPara="1" rIns="151200" wrap="square" tIns="75600">
            <a:spAutoFit/>
          </a:bodyPr>
          <a:lstStyle/>
          <a:p>
            <a:pPr indent="0" lvl="0" marL="0" marR="0" rtl="0" algn="just">
              <a:lnSpc>
                <a:spcPct val="100000"/>
              </a:lnSpc>
              <a:spcBef>
                <a:spcPts val="0"/>
              </a:spcBef>
              <a:spcAft>
                <a:spcPts val="0"/>
              </a:spcAft>
              <a:buClr>
                <a:srgbClr val="000000"/>
              </a:buClr>
              <a:buSzPts val="6600"/>
              <a:buFont typeface="Arial"/>
              <a:buNone/>
            </a:pPr>
            <a:r>
              <a:rPr b="1" i="0" lang="pt-BR" sz="6600" u="none" cap="none" strike="noStrike">
                <a:solidFill>
                  <a:schemeClr val="dk1"/>
                </a:solidFill>
                <a:latin typeface="Arial"/>
                <a:ea typeface="Arial"/>
                <a:cs typeface="Arial"/>
                <a:sym typeface="Arial"/>
              </a:rPr>
              <a:t>Conclusão</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4800"/>
              <a:buFont typeface="Arial"/>
              <a:buNone/>
            </a:pPr>
            <a:r>
              <a:rPr b="0" i="0" lang="pt-BR" sz="4800" u="none" cap="none" strike="noStrike">
                <a:solidFill>
                  <a:schemeClr val="dk1"/>
                </a:solidFill>
                <a:latin typeface="Arial"/>
                <a:ea typeface="Arial"/>
                <a:cs typeface="Arial"/>
                <a:sym typeface="Arial"/>
              </a:rPr>
              <a:t>Não existe um protocolo único para esse perfil de paciente. O sucesso do atendimento depende da individualização, da previsibilidade, da capacitação da equipe e do vínculo com a família, e a ênfase na prevenção evita a necessidade de procedimentos mais invasivos.</a:t>
            </a:r>
            <a:endParaRPr b="0" i="0" sz="1400" u="none" cap="none" strike="noStrike">
              <a:solidFill>
                <a:srgbClr val="000000"/>
              </a:solidFill>
              <a:latin typeface="Arial"/>
              <a:ea typeface="Arial"/>
              <a:cs typeface="Arial"/>
              <a:sym typeface="Arial"/>
            </a:endParaRPr>
          </a:p>
        </p:txBody>
      </p:sp>
      <p:pic>
        <p:nvPicPr>
          <p:cNvPr id="99" name="Google Shape;99;h3c4b9edaebb761c2_0_0" title="logo_jcam_fundo_transparente.png"/>
          <p:cNvPicPr preferRelativeResize="0"/>
          <p:nvPr/>
        </p:nvPicPr>
        <p:blipFill>
          <a:blip r:embed="rId5">
            <a:alphaModFix/>
          </a:blip>
          <a:stretch>
            <a:fillRect/>
          </a:stretch>
        </p:blipFill>
        <p:spPr>
          <a:xfrm>
            <a:off x="243700" y="244425"/>
            <a:ext cx="9993301" cy="606112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ereno">
  <a:themeElements>
    <a:clrScheme name="">
      <a:dk1>
        <a:srgbClr val="333333"/>
      </a:dk1>
      <a:lt1>
        <a:srgbClr val="A9BDA9"/>
      </a:lt1>
      <a:dk2>
        <a:srgbClr val="004C2B"/>
      </a:dk2>
      <a:lt2>
        <a:srgbClr val="578963"/>
      </a:lt2>
      <a:accent1>
        <a:srgbClr val="FFCCCC"/>
      </a:accent1>
      <a:accent2>
        <a:srgbClr val="B3E1B3"/>
      </a:accent2>
      <a:accent3>
        <a:srgbClr val="D1DBD1"/>
      </a:accent3>
      <a:accent4>
        <a:srgbClr val="2A2A2A"/>
      </a:accent4>
      <a:accent5>
        <a:srgbClr val="FFE2E2"/>
      </a:accent5>
      <a:accent6>
        <a:srgbClr val="A2CCA2"/>
      </a:accent6>
      <a:hlink>
        <a:srgbClr val="BDD7E5"/>
      </a:hlink>
      <a:folHlink>
        <a:srgbClr val="D2AAD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2001-04-12T15:26:35Z</dcterms:created>
  <dc:creator>UNIP</dc:creator>
</cp:coreProperties>
</file>